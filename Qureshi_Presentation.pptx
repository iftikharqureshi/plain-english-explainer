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70" r:id="rId10"/>
    <p:sldId id="263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/>
    <p:restoredTop sz="94664"/>
  </p:normalViewPr>
  <p:slideViewPr>
    <p:cSldViewPr snapToGrid="0">
      <p:cViewPr varScale="1">
        <p:scale>
          <a:sx n="151" d="100"/>
          <a:sy n="151" d="100"/>
        </p:scale>
        <p:origin x="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A9102C-005C-42DA-A0EC-C4CF66D8613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6E269A4-FB6F-4468-BF1A-5CC4BAA4F133}">
      <dgm:prSet/>
      <dgm:spPr/>
      <dgm:t>
        <a:bodyPr/>
        <a:lstStyle/>
        <a:p>
          <a:pPr>
            <a:defRPr cap="all"/>
          </a:pPr>
          <a:r>
            <a:rPr lang="en-US"/>
            <a:t>Dense policy, legal, and technical paragraphs are hard to understand.</a:t>
          </a:r>
        </a:p>
      </dgm:t>
    </dgm:pt>
    <dgm:pt modelId="{D292D15A-605B-4114-8A9A-D926715D10BD}" type="parTrans" cxnId="{C64C702C-DE46-47C7-A5EA-AC17F8855006}">
      <dgm:prSet/>
      <dgm:spPr/>
      <dgm:t>
        <a:bodyPr/>
        <a:lstStyle/>
        <a:p>
          <a:endParaRPr lang="en-US"/>
        </a:p>
      </dgm:t>
    </dgm:pt>
    <dgm:pt modelId="{6A44E99E-EBDB-4126-9628-B006C8152464}" type="sibTrans" cxnId="{C64C702C-DE46-47C7-A5EA-AC17F8855006}">
      <dgm:prSet/>
      <dgm:spPr/>
      <dgm:t>
        <a:bodyPr/>
        <a:lstStyle/>
        <a:p>
          <a:endParaRPr lang="en-US"/>
        </a:p>
      </dgm:t>
    </dgm:pt>
    <dgm:pt modelId="{E337DC71-567E-486E-8DF3-3A6621AF5F43}">
      <dgm:prSet/>
      <dgm:spPr/>
      <dgm:t>
        <a:bodyPr/>
        <a:lstStyle/>
        <a:p>
          <a:pPr>
            <a:defRPr cap="all"/>
          </a:pPr>
          <a:r>
            <a:rPr lang="en-US"/>
            <a:t>Many readers struggle to quickly extract key points.</a:t>
          </a:r>
        </a:p>
      </dgm:t>
    </dgm:pt>
    <dgm:pt modelId="{161F2DFA-2DFC-4A3B-8A03-ECC6C5085299}" type="parTrans" cxnId="{6BC9E4B9-17A8-4813-9685-EA86824E73DF}">
      <dgm:prSet/>
      <dgm:spPr/>
      <dgm:t>
        <a:bodyPr/>
        <a:lstStyle/>
        <a:p>
          <a:endParaRPr lang="en-US"/>
        </a:p>
      </dgm:t>
    </dgm:pt>
    <dgm:pt modelId="{A272294C-671C-475A-8F74-E28B7344C04C}" type="sibTrans" cxnId="{6BC9E4B9-17A8-4813-9685-EA86824E73DF}">
      <dgm:prSet/>
      <dgm:spPr/>
      <dgm:t>
        <a:bodyPr/>
        <a:lstStyle/>
        <a:p>
          <a:endParaRPr lang="en-US"/>
        </a:p>
      </dgm:t>
    </dgm:pt>
    <dgm:pt modelId="{12D29B9F-AC20-4A43-B7D8-02060D4FDF36}">
      <dgm:prSet/>
      <dgm:spPr/>
      <dgm:t>
        <a:bodyPr/>
        <a:lstStyle/>
        <a:p>
          <a:pPr>
            <a:defRPr cap="all"/>
          </a:pPr>
          <a:r>
            <a:rPr lang="en-US"/>
            <a:t>Need a simple tool that rewrites complex text into a clear, structured explanation.</a:t>
          </a:r>
        </a:p>
      </dgm:t>
    </dgm:pt>
    <dgm:pt modelId="{DB4E2E3E-B5AA-4C5A-8A88-E88B80632A1D}" type="parTrans" cxnId="{8D810600-CA6F-441D-A368-BB6C29A4D7BB}">
      <dgm:prSet/>
      <dgm:spPr/>
      <dgm:t>
        <a:bodyPr/>
        <a:lstStyle/>
        <a:p>
          <a:endParaRPr lang="en-US"/>
        </a:p>
      </dgm:t>
    </dgm:pt>
    <dgm:pt modelId="{1E94CCFB-8857-4FAE-93E1-1F0376AEB39D}" type="sibTrans" cxnId="{8D810600-CA6F-441D-A368-BB6C29A4D7BB}">
      <dgm:prSet/>
      <dgm:spPr/>
      <dgm:t>
        <a:bodyPr/>
        <a:lstStyle/>
        <a:p>
          <a:endParaRPr lang="en-US"/>
        </a:p>
      </dgm:t>
    </dgm:pt>
    <dgm:pt modelId="{9C9D41BA-0669-4D45-9B44-E45999A7B481}" type="pres">
      <dgm:prSet presAssocID="{A1A9102C-005C-42DA-A0EC-C4CF66D86135}" presName="root" presStyleCnt="0">
        <dgm:presLayoutVars>
          <dgm:dir/>
          <dgm:resizeHandles val="exact"/>
        </dgm:presLayoutVars>
      </dgm:prSet>
      <dgm:spPr/>
    </dgm:pt>
    <dgm:pt modelId="{52FAFBF6-582A-488F-B0F8-7B346B38DB9A}" type="pres">
      <dgm:prSet presAssocID="{56E269A4-FB6F-4468-BF1A-5CC4BAA4F133}" presName="compNode" presStyleCnt="0"/>
      <dgm:spPr/>
    </dgm:pt>
    <dgm:pt modelId="{CA367D61-C44A-410F-9A02-2A8985190F08}" type="pres">
      <dgm:prSet presAssocID="{56E269A4-FB6F-4468-BF1A-5CC4BAA4F133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5BA1951-8CC4-4AED-BBD0-30D209BC9632}" type="pres">
      <dgm:prSet presAssocID="{56E269A4-FB6F-4468-BF1A-5CC4BAA4F13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5394D8A-D687-49D2-B405-361E3B5659A4}" type="pres">
      <dgm:prSet presAssocID="{56E269A4-FB6F-4468-BF1A-5CC4BAA4F133}" presName="spaceRect" presStyleCnt="0"/>
      <dgm:spPr/>
    </dgm:pt>
    <dgm:pt modelId="{D379A898-88A3-4A74-BA3C-C1F11DA3355E}" type="pres">
      <dgm:prSet presAssocID="{56E269A4-FB6F-4468-BF1A-5CC4BAA4F133}" presName="textRect" presStyleLbl="revTx" presStyleIdx="0" presStyleCnt="3">
        <dgm:presLayoutVars>
          <dgm:chMax val="1"/>
          <dgm:chPref val="1"/>
        </dgm:presLayoutVars>
      </dgm:prSet>
      <dgm:spPr/>
    </dgm:pt>
    <dgm:pt modelId="{A61F7C9D-B3B0-492A-9C0F-1B6FCB0E5953}" type="pres">
      <dgm:prSet presAssocID="{6A44E99E-EBDB-4126-9628-B006C8152464}" presName="sibTrans" presStyleCnt="0"/>
      <dgm:spPr/>
    </dgm:pt>
    <dgm:pt modelId="{7D07F8AA-1B70-45D6-8EDC-BCF8B0436E6F}" type="pres">
      <dgm:prSet presAssocID="{E337DC71-567E-486E-8DF3-3A6621AF5F43}" presName="compNode" presStyleCnt="0"/>
      <dgm:spPr/>
    </dgm:pt>
    <dgm:pt modelId="{5E1526CE-8FD8-40F3-A9DF-F77716BB450A}" type="pres">
      <dgm:prSet presAssocID="{E337DC71-567E-486E-8DF3-3A6621AF5F43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8ECF773-805F-40ED-8D82-4B6C0E6C8425}" type="pres">
      <dgm:prSet presAssocID="{E337DC71-567E-486E-8DF3-3A6621AF5F4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3DB41771-AC26-442C-8D58-F646A95A6519}" type="pres">
      <dgm:prSet presAssocID="{E337DC71-567E-486E-8DF3-3A6621AF5F43}" presName="spaceRect" presStyleCnt="0"/>
      <dgm:spPr/>
    </dgm:pt>
    <dgm:pt modelId="{A868AA6F-BC9E-41BB-B495-A6AC89775AA4}" type="pres">
      <dgm:prSet presAssocID="{E337DC71-567E-486E-8DF3-3A6621AF5F43}" presName="textRect" presStyleLbl="revTx" presStyleIdx="1" presStyleCnt="3">
        <dgm:presLayoutVars>
          <dgm:chMax val="1"/>
          <dgm:chPref val="1"/>
        </dgm:presLayoutVars>
      </dgm:prSet>
      <dgm:spPr/>
    </dgm:pt>
    <dgm:pt modelId="{69A45033-2281-45A8-A4C0-77C4BA5C719F}" type="pres">
      <dgm:prSet presAssocID="{A272294C-671C-475A-8F74-E28B7344C04C}" presName="sibTrans" presStyleCnt="0"/>
      <dgm:spPr/>
    </dgm:pt>
    <dgm:pt modelId="{26F21130-2C5C-40D5-81E6-27428E433214}" type="pres">
      <dgm:prSet presAssocID="{12D29B9F-AC20-4A43-B7D8-02060D4FDF36}" presName="compNode" presStyleCnt="0"/>
      <dgm:spPr/>
    </dgm:pt>
    <dgm:pt modelId="{C8A9815F-2998-4DA7-9405-FE84B525D000}" type="pres">
      <dgm:prSet presAssocID="{12D29B9F-AC20-4A43-B7D8-02060D4FDF36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C147B50-F2B9-436F-9713-D450B1C28B06}" type="pres">
      <dgm:prSet presAssocID="{12D29B9F-AC20-4A43-B7D8-02060D4FDF3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A415489-E9E7-4390-BF25-84147596BA93}" type="pres">
      <dgm:prSet presAssocID="{12D29B9F-AC20-4A43-B7D8-02060D4FDF36}" presName="spaceRect" presStyleCnt="0"/>
      <dgm:spPr/>
    </dgm:pt>
    <dgm:pt modelId="{AEF38525-6627-431F-BA41-6D77B83E0AF8}" type="pres">
      <dgm:prSet presAssocID="{12D29B9F-AC20-4A43-B7D8-02060D4FDF3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D810600-CA6F-441D-A368-BB6C29A4D7BB}" srcId="{A1A9102C-005C-42DA-A0EC-C4CF66D86135}" destId="{12D29B9F-AC20-4A43-B7D8-02060D4FDF36}" srcOrd="2" destOrd="0" parTransId="{DB4E2E3E-B5AA-4C5A-8A88-E88B80632A1D}" sibTransId="{1E94CCFB-8857-4FAE-93E1-1F0376AEB39D}"/>
    <dgm:cxn modelId="{C64C702C-DE46-47C7-A5EA-AC17F8855006}" srcId="{A1A9102C-005C-42DA-A0EC-C4CF66D86135}" destId="{56E269A4-FB6F-4468-BF1A-5CC4BAA4F133}" srcOrd="0" destOrd="0" parTransId="{D292D15A-605B-4114-8A9A-D926715D10BD}" sibTransId="{6A44E99E-EBDB-4126-9628-B006C8152464}"/>
    <dgm:cxn modelId="{08290A46-BACA-4254-8DCB-4A94E2136840}" type="presOf" srcId="{12D29B9F-AC20-4A43-B7D8-02060D4FDF36}" destId="{AEF38525-6627-431F-BA41-6D77B83E0AF8}" srcOrd="0" destOrd="0" presId="urn:microsoft.com/office/officeart/2018/5/layout/IconLeafLabelList"/>
    <dgm:cxn modelId="{2447277B-71A1-4C2A-8B95-38A963CD0927}" type="presOf" srcId="{A1A9102C-005C-42DA-A0EC-C4CF66D86135}" destId="{9C9D41BA-0669-4D45-9B44-E45999A7B481}" srcOrd="0" destOrd="0" presId="urn:microsoft.com/office/officeart/2018/5/layout/IconLeafLabelList"/>
    <dgm:cxn modelId="{C3B7B39A-EB29-4CA7-951D-642FED9F65FF}" type="presOf" srcId="{E337DC71-567E-486E-8DF3-3A6621AF5F43}" destId="{A868AA6F-BC9E-41BB-B495-A6AC89775AA4}" srcOrd="0" destOrd="0" presId="urn:microsoft.com/office/officeart/2018/5/layout/IconLeafLabelList"/>
    <dgm:cxn modelId="{6BC9E4B9-17A8-4813-9685-EA86824E73DF}" srcId="{A1A9102C-005C-42DA-A0EC-C4CF66D86135}" destId="{E337DC71-567E-486E-8DF3-3A6621AF5F43}" srcOrd="1" destOrd="0" parTransId="{161F2DFA-2DFC-4A3B-8A03-ECC6C5085299}" sibTransId="{A272294C-671C-475A-8F74-E28B7344C04C}"/>
    <dgm:cxn modelId="{B8219EC9-1724-4767-84C9-90450D8B1092}" type="presOf" srcId="{56E269A4-FB6F-4468-BF1A-5CC4BAA4F133}" destId="{D379A898-88A3-4A74-BA3C-C1F11DA3355E}" srcOrd="0" destOrd="0" presId="urn:microsoft.com/office/officeart/2018/5/layout/IconLeafLabelList"/>
    <dgm:cxn modelId="{D7E1FD13-0CE1-4C37-A265-07D108F3E275}" type="presParOf" srcId="{9C9D41BA-0669-4D45-9B44-E45999A7B481}" destId="{52FAFBF6-582A-488F-B0F8-7B346B38DB9A}" srcOrd="0" destOrd="0" presId="urn:microsoft.com/office/officeart/2018/5/layout/IconLeafLabelList"/>
    <dgm:cxn modelId="{1EF3ADC7-2B43-4B68-9EC9-014C9305F2EA}" type="presParOf" srcId="{52FAFBF6-582A-488F-B0F8-7B346B38DB9A}" destId="{CA367D61-C44A-410F-9A02-2A8985190F08}" srcOrd="0" destOrd="0" presId="urn:microsoft.com/office/officeart/2018/5/layout/IconLeafLabelList"/>
    <dgm:cxn modelId="{34BB3C58-54BA-432F-9F3C-12E2FD6676DA}" type="presParOf" srcId="{52FAFBF6-582A-488F-B0F8-7B346B38DB9A}" destId="{D5BA1951-8CC4-4AED-BBD0-30D209BC9632}" srcOrd="1" destOrd="0" presId="urn:microsoft.com/office/officeart/2018/5/layout/IconLeafLabelList"/>
    <dgm:cxn modelId="{4CBDC1EC-0003-4909-9D67-9812163F5F50}" type="presParOf" srcId="{52FAFBF6-582A-488F-B0F8-7B346B38DB9A}" destId="{35394D8A-D687-49D2-B405-361E3B5659A4}" srcOrd="2" destOrd="0" presId="urn:microsoft.com/office/officeart/2018/5/layout/IconLeafLabelList"/>
    <dgm:cxn modelId="{1FABEA30-C100-4506-ABC8-8F7EBA2B7807}" type="presParOf" srcId="{52FAFBF6-582A-488F-B0F8-7B346B38DB9A}" destId="{D379A898-88A3-4A74-BA3C-C1F11DA3355E}" srcOrd="3" destOrd="0" presId="urn:microsoft.com/office/officeart/2018/5/layout/IconLeafLabelList"/>
    <dgm:cxn modelId="{0EF64943-A248-437A-A392-6FA582A15610}" type="presParOf" srcId="{9C9D41BA-0669-4D45-9B44-E45999A7B481}" destId="{A61F7C9D-B3B0-492A-9C0F-1B6FCB0E5953}" srcOrd="1" destOrd="0" presId="urn:microsoft.com/office/officeart/2018/5/layout/IconLeafLabelList"/>
    <dgm:cxn modelId="{6DA34F71-BBDD-4034-B96E-ACE4642BE406}" type="presParOf" srcId="{9C9D41BA-0669-4D45-9B44-E45999A7B481}" destId="{7D07F8AA-1B70-45D6-8EDC-BCF8B0436E6F}" srcOrd="2" destOrd="0" presId="urn:microsoft.com/office/officeart/2018/5/layout/IconLeafLabelList"/>
    <dgm:cxn modelId="{C8A86933-8A8D-43D3-A35D-FD404C824F9D}" type="presParOf" srcId="{7D07F8AA-1B70-45D6-8EDC-BCF8B0436E6F}" destId="{5E1526CE-8FD8-40F3-A9DF-F77716BB450A}" srcOrd="0" destOrd="0" presId="urn:microsoft.com/office/officeart/2018/5/layout/IconLeafLabelList"/>
    <dgm:cxn modelId="{76952F74-E11F-4518-9582-1790BD73AAC6}" type="presParOf" srcId="{7D07F8AA-1B70-45D6-8EDC-BCF8B0436E6F}" destId="{38ECF773-805F-40ED-8D82-4B6C0E6C8425}" srcOrd="1" destOrd="0" presId="urn:microsoft.com/office/officeart/2018/5/layout/IconLeafLabelList"/>
    <dgm:cxn modelId="{CE0C45AF-DE73-4C72-9214-67889089A028}" type="presParOf" srcId="{7D07F8AA-1B70-45D6-8EDC-BCF8B0436E6F}" destId="{3DB41771-AC26-442C-8D58-F646A95A6519}" srcOrd="2" destOrd="0" presId="urn:microsoft.com/office/officeart/2018/5/layout/IconLeafLabelList"/>
    <dgm:cxn modelId="{606D1FDE-C1EF-44E9-800A-EDB507B39F13}" type="presParOf" srcId="{7D07F8AA-1B70-45D6-8EDC-BCF8B0436E6F}" destId="{A868AA6F-BC9E-41BB-B495-A6AC89775AA4}" srcOrd="3" destOrd="0" presId="urn:microsoft.com/office/officeart/2018/5/layout/IconLeafLabelList"/>
    <dgm:cxn modelId="{8DB234F1-1E3B-4821-B985-4096B45C341E}" type="presParOf" srcId="{9C9D41BA-0669-4D45-9B44-E45999A7B481}" destId="{69A45033-2281-45A8-A4C0-77C4BA5C719F}" srcOrd="3" destOrd="0" presId="urn:microsoft.com/office/officeart/2018/5/layout/IconLeafLabelList"/>
    <dgm:cxn modelId="{D30EC63B-46A4-4515-9AAF-468B228887D9}" type="presParOf" srcId="{9C9D41BA-0669-4D45-9B44-E45999A7B481}" destId="{26F21130-2C5C-40D5-81E6-27428E433214}" srcOrd="4" destOrd="0" presId="urn:microsoft.com/office/officeart/2018/5/layout/IconLeafLabelList"/>
    <dgm:cxn modelId="{8B28D664-9161-40C5-913F-CCB8658AA483}" type="presParOf" srcId="{26F21130-2C5C-40D5-81E6-27428E433214}" destId="{C8A9815F-2998-4DA7-9405-FE84B525D000}" srcOrd="0" destOrd="0" presId="urn:microsoft.com/office/officeart/2018/5/layout/IconLeafLabelList"/>
    <dgm:cxn modelId="{4D8BD06D-7A0A-4E8E-8FC4-4A551D497B52}" type="presParOf" srcId="{26F21130-2C5C-40D5-81E6-27428E433214}" destId="{5C147B50-F2B9-436F-9713-D450B1C28B06}" srcOrd="1" destOrd="0" presId="urn:microsoft.com/office/officeart/2018/5/layout/IconLeafLabelList"/>
    <dgm:cxn modelId="{A9F458C4-0860-488C-A105-55F92F18BD70}" type="presParOf" srcId="{26F21130-2C5C-40D5-81E6-27428E433214}" destId="{0A415489-E9E7-4390-BF25-84147596BA93}" srcOrd="2" destOrd="0" presId="urn:microsoft.com/office/officeart/2018/5/layout/IconLeafLabelList"/>
    <dgm:cxn modelId="{C4E502A0-14F1-4565-8CF9-3D2775055EE5}" type="presParOf" srcId="{26F21130-2C5C-40D5-81E6-27428E433214}" destId="{AEF38525-6627-431F-BA41-6D77B83E0AF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3933F1-6FAA-4E2A-BCC8-93463DE28C71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104D49F-F2DD-42E4-B290-1677F55CE63F}">
      <dgm:prSet/>
      <dgm:spPr/>
      <dgm:t>
        <a:bodyPr/>
        <a:lstStyle/>
        <a:p>
          <a:r>
            <a:rPr lang="en-US"/>
            <a:t>Simple workflow: Paste → Click → Get structured explanation.</a:t>
          </a:r>
        </a:p>
      </dgm:t>
    </dgm:pt>
    <dgm:pt modelId="{D793984A-227A-44BD-AE24-AB6F1E2841EC}" type="parTrans" cxnId="{1EA2B5E3-BCF3-4EF2-89FB-7C58E9D74704}">
      <dgm:prSet/>
      <dgm:spPr/>
      <dgm:t>
        <a:bodyPr/>
        <a:lstStyle/>
        <a:p>
          <a:endParaRPr lang="en-US"/>
        </a:p>
      </dgm:t>
    </dgm:pt>
    <dgm:pt modelId="{5FC37FF8-A9FE-4658-ADE5-90BCD962878F}" type="sibTrans" cxnId="{1EA2B5E3-BCF3-4EF2-89FB-7C58E9D74704}">
      <dgm:prSet/>
      <dgm:spPr/>
      <dgm:t>
        <a:bodyPr/>
        <a:lstStyle/>
        <a:p>
          <a:endParaRPr lang="en-US"/>
        </a:p>
      </dgm:t>
    </dgm:pt>
    <dgm:pt modelId="{63516B62-27D6-4124-A91F-B89C63246CB5}">
      <dgm:prSet/>
      <dgm:spPr/>
      <dgm:t>
        <a:bodyPr/>
        <a:lstStyle/>
        <a:p>
          <a:r>
            <a:rPr lang="en-US"/>
            <a:t>Fixed output format:</a:t>
          </a:r>
        </a:p>
      </dgm:t>
    </dgm:pt>
    <dgm:pt modelId="{C52AAA2D-7F1A-44B8-89E1-18345F8D6B8C}" type="parTrans" cxnId="{4720C425-358F-466D-A8DC-90470CADDAD0}">
      <dgm:prSet/>
      <dgm:spPr/>
      <dgm:t>
        <a:bodyPr/>
        <a:lstStyle/>
        <a:p>
          <a:endParaRPr lang="en-US"/>
        </a:p>
      </dgm:t>
    </dgm:pt>
    <dgm:pt modelId="{1DD56C89-59C6-4FAA-9940-16F93B477ABE}" type="sibTrans" cxnId="{4720C425-358F-466D-A8DC-90470CADDAD0}">
      <dgm:prSet/>
      <dgm:spPr/>
      <dgm:t>
        <a:bodyPr/>
        <a:lstStyle/>
        <a:p>
          <a:endParaRPr lang="en-US"/>
        </a:p>
      </dgm:t>
    </dgm:pt>
    <dgm:pt modelId="{38194D86-1C83-4C59-BC10-25670A90A355}">
      <dgm:prSet/>
      <dgm:spPr/>
      <dgm:t>
        <a:bodyPr/>
        <a:lstStyle/>
        <a:p>
          <a:r>
            <a:rPr lang="en-US"/>
            <a:t>3 summary sentences</a:t>
          </a:r>
        </a:p>
      </dgm:t>
    </dgm:pt>
    <dgm:pt modelId="{617B7F9C-8A95-4106-8BD1-9D54614F3C93}" type="parTrans" cxnId="{BFAFA0B3-DFF2-4269-928B-D1929CAA1B15}">
      <dgm:prSet/>
      <dgm:spPr/>
      <dgm:t>
        <a:bodyPr/>
        <a:lstStyle/>
        <a:p>
          <a:endParaRPr lang="en-US"/>
        </a:p>
      </dgm:t>
    </dgm:pt>
    <dgm:pt modelId="{E650000D-459E-493C-BB0D-52072A6BC198}" type="sibTrans" cxnId="{BFAFA0B3-DFF2-4269-928B-D1929CAA1B15}">
      <dgm:prSet/>
      <dgm:spPr/>
      <dgm:t>
        <a:bodyPr/>
        <a:lstStyle/>
        <a:p>
          <a:endParaRPr lang="en-US"/>
        </a:p>
      </dgm:t>
    </dgm:pt>
    <dgm:pt modelId="{2EF8D9A8-C40D-4A46-B2E1-261A5D0672B4}">
      <dgm:prSet/>
      <dgm:spPr/>
      <dgm:t>
        <a:bodyPr/>
        <a:lstStyle/>
        <a:p>
          <a:r>
            <a:rPr lang="en-US" dirty="0"/>
            <a:t>5 key bullet points</a:t>
          </a:r>
        </a:p>
      </dgm:t>
    </dgm:pt>
    <dgm:pt modelId="{6E51521C-4085-4C79-9E9B-C4E481480601}" type="parTrans" cxnId="{B8A2F860-D5AB-4763-94E2-5CFBA575B087}">
      <dgm:prSet/>
      <dgm:spPr/>
      <dgm:t>
        <a:bodyPr/>
        <a:lstStyle/>
        <a:p>
          <a:endParaRPr lang="en-US"/>
        </a:p>
      </dgm:t>
    </dgm:pt>
    <dgm:pt modelId="{FF7016F0-B433-4442-AA5C-74B00855D8D5}" type="sibTrans" cxnId="{B8A2F860-D5AB-4763-94E2-5CFBA575B087}">
      <dgm:prSet/>
      <dgm:spPr/>
      <dgm:t>
        <a:bodyPr/>
        <a:lstStyle/>
        <a:p>
          <a:endParaRPr lang="en-US"/>
        </a:p>
      </dgm:t>
    </dgm:pt>
    <dgm:pt modelId="{9AD9F511-D148-40E3-9ADE-40D16D18E25C}">
      <dgm:prSet/>
      <dgm:spPr/>
      <dgm:t>
        <a:bodyPr/>
        <a:lstStyle/>
        <a:p>
          <a:r>
            <a:rPr lang="en-US" dirty="0"/>
            <a:t>3 vocabulary terms</a:t>
          </a:r>
        </a:p>
      </dgm:t>
    </dgm:pt>
    <dgm:pt modelId="{91F631C4-857D-4F7F-925A-A2F79D9225D6}" type="parTrans" cxnId="{AB016299-DF5D-456F-AB39-E044054CD2F2}">
      <dgm:prSet/>
      <dgm:spPr/>
      <dgm:t>
        <a:bodyPr/>
        <a:lstStyle/>
        <a:p>
          <a:endParaRPr lang="en-US"/>
        </a:p>
      </dgm:t>
    </dgm:pt>
    <dgm:pt modelId="{D3121069-CEDD-4C0E-9860-A831D6DAA7ED}" type="sibTrans" cxnId="{AB016299-DF5D-456F-AB39-E044054CD2F2}">
      <dgm:prSet/>
      <dgm:spPr/>
      <dgm:t>
        <a:bodyPr/>
        <a:lstStyle/>
        <a:p>
          <a:endParaRPr lang="en-US"/>
        </a:p>
      </dgm:t>
    </dgm:pt>
    <dgm:pt modelId="{61930FF1-6C0B-45AC-AAA0-4C63C02DC9EE}">
      <dgm:prSet/>
      <dgm:spPr/>
      <dgm:t>
        <a:bodyPr/>
        <a:lstStyle/>
        <a:p>
          <a:r>
            <a:rPr lang="en-US"/>
            <a:t>Goals: clarity, consistency, and faithfulness to the source text.</a:t>
          </a:r>
        </a:p>
      </dgm:t>
    </dgm:pt>
    <dgm:pt modelId="{B4305CC7-295B-4A9A-B833-474D22D8F27C}" type="parTrans" cxnId="{A70BEF38-1413-4DA8-82FA-C7ACE1065660}">
      <dgm:prSet/>
      <dgm:spPr/>
      <dgm:t>
        <a:bodyPr/>
        <a:lstStyle/>
        <a:p>
          <a:endParaRPr lang="en-US"/>
        </a:p>
      </dgm:t>
    </dgm:pt>
    <dgm:pt modelId="{FA4DEB82-9ED1-4417-BE8B-C0290670E859}" type="sibTrans" cxnId="{A70BEF38-1413-4DA8-82FA-C7ACE1065660}">
      <dgm:prSet/>
      <dgm:spPr/>
      <dgm:t>
        <a:bodyPr/>
        <a:lstStyle/>
        <a:p>
          <a:endParaRPr lang="en-US"/>
        </a:p>
      </dgm:t>
    </dgm:pt>
    <dgm:pt modelId="{CA2F53B8-5D70-364F-B91A-C838A3F65306}" type="pres">
      <dgm:prSet presAssocID="{153933F1-6FAA-4E2A-BCC8-93463DE28C71}" presName="Name0" presStyleCnt="0">
        <dgm:presLayoutVars>
          <dgm:dir/>
          <dgm:animLvl val="lvl"/>
          <dgm:resizeHandles val="exact"/>
        </dgm:presLayoutVars>
      </dgm:prSet>
      <dgm:spPr/>
    </dgm:pt>
    <dgm:pt modelId="{48AD8AE1-50DA-3241-ACBF-4AD19CCF920C}" type="pres">
      <dgm:prSet presAssocID="{61930FF1-6C0B-45AC-AAA0-4C63C02DC9EE}" presName="boxAndChildren" presStyleCnt="0"/>
      <dgm:spPr/>
    </dgm:pt>
    <dgm:pt modelId="{21E05ABD-A83C-5B4A-83F2-B21CA55E9439}" type="pres">
      <dgm:prSet presAssocID="{61930FF1-6C0B-45AC-AAA0-4C63C02DC9EE}" presName="parentTextBox" presStyleLbl="node1" presStyleIdx="0" presStyleCnt="3"/>
      <dgm:spPr/>
    </dgm:pt>
    <dgm:pt modelId="{6BBB793F-FE7C-C140-AAFD-857231050E18}" type="pres">
      <dgm:prSet presAssocID="{1DD56C89-59C6-4FAA-9940-16F93B477ABE}" presName="sp" presStyleCnt="0"/>
      <dgm:spPr/>
    </dgm:pt>
    <dgm:pt modelId="{67E1F28C-5A6E-FD48-9AA2-3F03AE9E6AC0}" type="pres">
      <dgm:prSet presAssocID="{63516B62-27D6-4124-A91F-B89C63246CB5}" presName="arrowAndChildren" presStyleCnt="0"/>
      <dgm:spPr/>
    </dgm:pt>
    <dgm:pt modelId="{AE2142E2-EB2D-3B47-9F7E-89D962FE498C}" type="pres">
      <dgm:prSet presAssocID="{63516B62-27D6-4124-A91F-B89C63246CB5}" presName="parentTextArrow" presStyleLbl="node1" presStyleIdx="0" presStyleCnt="3"/>
      <dgm:spPr/>
    </dgm:pt>
    <dgm:pt modelId="{CD2A1055-9927-CC41-8B6C-94F9F346FF68}" type="pres">
      <dgm:prSet presAssocID="{63516B62-27D6-4124-A91F-B89C63246CB5}" presName="arrow" presStyleLbl="node1" presStyleIdx="1" presStyleCnt="3"/>
      <dgm:spPr/>
    </dgm:pt>
    <dgm:pt modelId="{7211C528-BE3C-C546-86E6-E8DDE1B902C7}" type="pres">
      <dgm:prSet presAssocID="{63516B62-27D6-4124-A91F-B89C63246CB5}" presName="descendantArrow" presStyleCnt="0"/>
      <dgm:spPr/>
    </dgm:pt>
    <dgm:pt modelId="{B47636C8-5BBD-FD46-A912-7E777794558D}" type="pres">
      <dgm:prSet presAssocID="{38194D86-1C83-4C59-BC10-25670A90A355}" presName="childTextArrow" presStyleLbl="fgAccFollowNode1" presStyleIdx="0" presStyleCnt="3">
        <dgm:presLayoutVars>
          <dgm:bulletEnabled val="1"/>
        </dgm:presLayoutVars>
      </dgm:prSet>
      <dgm:spPr/>
    </dgm:pt>
    <dgm:pt modelId="{B8F645FD-BD9B-DF4C-AF6A-255BD1CA2A34}" type="pres">
      <dgm:prSet presAssocID="{2EF8D9A8-C40D-4A46-B2E1-261A5D0672B4}" presName="childTextArrow" presStyleLbl="fgAccFollowNode1" presStyleIdx="1" presStyleCnt="3">
        <dgm:presLayoutVars>
          <dgm:bulletEnabled val="1"/>
        </dgm:presLayoutVars>
      </dgm:prSet>
      <dgm:spPr/>
    </dgm:pt>
    <dgm:pt modelId="{9BD565DF-C933-9D42-925F-AEED4B42112D}" type="pres">
      <dgm:prSet presAssocID="{9AD9F511-D148-40E3-9ADE-40D16D18E25C}" presName="childTextArrow" presStyleLbl="fgAccFollowNode1" presStyleIdx="2" presStyleCnt="3">
        <dgm:presLayoutVars>
          <dgm:bulletEnabled val="1"/>
        </dgm:presLayoutVars>
      </dgm:prSet>
      <dgm:spPr/>
    </dgm:pt>
    <dgm:pt modelId="{56390FFB-C883-0F4E-A8D6-4B55F4D4B692}" type="pres">
      <dgm:prSet presAssocID="{5FC37FF8-A9FE-4658-ADE5-90BCD962878F}" presName="sp" presStyleCnt="0"/>
      <dgm:spPr/>
    </dgm:pt>
    <dgm:pt modelId="{7AAF711F-30D6-2D4A-B321-2FB6EBFA7EF3}" type="pres">
      <dgm:prSet presAssocID="{7104D49F-F2DD-42E4-B290-1677F55CE63F}" presName="arrowAndChildren" presStyleCnt="0"/>
      <dgm:spPr/>
    </dgm:pt>
    <dgm:pt modelId="{D7F81648-413D-584B-AA91-B588122B9209}" type="pres">
      <dgm:prSet presAssocID="{7104D49F-F2DD-42E4-B290-1677F55CE63F}" presName="parentTextArrow" presStyleLbl="node1" presStyleIdx="2" presStyleCnt="3"/>
      <dgm:spPr/>
    </dgm:pt>
  </dgm:ptLst>
  <dgm:cxnLst>
    <dgm:cxn modelId="{A8E8F810-4EC6-B742-AF64-EE2D1E50B09E}" type="presOf" srcId="{63516B62-27D6-4124-A91F-B89C63246CB5}" destId="{AE2142E2-EB2D-3B47-9F7E-89D962FE498C}" srcOrd="0" destOrd="0" presId="urn:microsoft.com/office/officeart/2005/8/layout/process4"/>
    <dgm:cxn modelId="{4720C425-358F-466D-A8DC-90470CADDAD0}" srcId="{153933F1-6FAA-4E2A-BCC8-93463DE28C71}" destId="{63516B62-27D6-4124-A91F-B89C63246CB5}" srcOrd="1" destOrd="0" parTransId="{C52AAA2D-7F1A-44B8-89E1-18345F8D6B8C}" sibTransId="{1DD56C89-59C6-4FAA-9940-16F93B477ABE}"/>
    <dgm:cxn modelId="{A70BEF38-1413-4DA8-82FA-C7ACE1065660}" srcId="{153933F1-6FAA-4E2A-BCC8-93463DE28C71}" destId="{61930FF1-6C0B-45AC-AAA0-4C63C02DC9EE}" srcOrd="2" destOrd="0" parTransId="{B4305CC7-295B-4A9A-B833-474D22D8F27C}" sibTransId="{FA4DEB82-9ED1-4417-BE8B-C0290670E859}"/>
    <dgm:cxn modelId="{6D9F8953-41A1-AC4D-88B4-A32C042A20DE}" type="presOf" srcId="{38194D86-1C83-4C59-BC10-25670A90A355}" destId="{B47636C8-5BBD-FD46-A912-7E777794558D}" srcOrd="0" destOrd="0" presId="urn:microsoft.com/office/officeart/2005/8/layout/process4"/>
    <dgm:cxn modelId="{59CCA156-A68E-FD40-9587-A0B6534A74E8}" type="presOf" srcId="{153933F1-6FAA-4E2A-BCC8-93463DE28C71}" destId="{CA2F53B8-5D70-364F-B91A-C838A3F65306}" srcOrd="0" destOrd="0" presId="urn:microsoft.com/office/officeart/2005/8/layout/process4"/>
    <dgm:cxn modelId="{B8A2F860-D5AB-4763-94E2-5CFBA575B087}" srcId="{63516B62-27D6-4124-A91F-B89C63246CB5}" destId="{2EF8D9A8-C40D-4A46-B2E1-261A5D0672B4}" srcOrd="1" destOrd="0" parTransId="{6E51521C-4085-4C79-9E9B-C4E481480601}" sibTransId="{FF7016F0-B433-4442-AA5C-74B00855D8D5}"/>
    <dgm:cxn modelId="{033FCE7C-B1D4-BE47-9DA0-1CFEE0700DBB}" type="presOf" srcId="{9AD9F511-D148-40E3-9ADE-40D16D18E25C}" destId="{9BD565DF-C933-9D42-925F-AEED4B42112D}" srcOrd="0" destOrd="0" presId="urn:microsoft.com/office/officeart/2005/8/layout/process4"/>
    <dgm:cxn modelId="{AB016299-DF5D-456F-AB39-E044054CD2F2}" srcId="{63516B62-27D6-4124-A91F-B89C63246CB5}" destId="{9AD9F511-D148-40E3-9ADE-40D16D18E25C}" srcOrd="2" destOrd="0" parTransId="{91F631C4-857D-4F7F-925A-A2F79D9225D6}" sibTransId="{D3121069-CEDD-4C0E-9860-A831D6DAA7ED}"/>
    <dgm:cxn modelId="{5A3214B3-F0F0-CD40-B553-00186381A827}" type="presOf" srcId="{2EF8D9A8-C40D-4A46-B2E1-261A5D0672B4}" destId="{B8F645FD-BD9B-DF4C-AF6A-255BD1CA2A34}" srcOrd="0" destOrd="0" presId="urn:microsoft.com/office/officeart/2005/8/layout/process4"/>
    <dgm:cxn modelId="{BFAFA0B3-DFF2-4269-928B-D1929CAA1B15}" srcId="{63516B62-27D6-4124-A91F-B89C63246CB5}" destId="{38194D86-1C83-4C59-BC10-25670A90A355}" srcOrd="0" destOrd="0" parTransId="{617B7F9C-8A95-4106-8BD1-9D54614F3C93}" sibTransId="{E650000D-459E-493C-BB0D-52072A6BC198}"/>
    <dgm:cxn modelId="{036BBDC7-45F8-214A-B0E0-94E3DD63679F}" type="presOf" srcId="{61930FF1-6C0B-45AC-AAA0-4C63C02DC9EE}" destId="{21E05ABD-A83C-5B4A-83F2-B21CA55E9439}" srcOrd="0" destOrd="0" presId="urn:microsoft.com/office/officeart/2005/8/layout/process4"/>
    <dgm:cxn modelId="{D56B97CF-4C87-0443-AC91-36188F52655D}" type="presOf" srcId="{7104D49F-F2DD-42E4-B290-1677F55CE63F}" destId="{D7F81648-413D-584B-AA91-B588122B9209}" srcOrd="0" destOrd="0" presId="urn:microsoft.com/office/officeart/2005/8/layout/process4"/>
    <dgm:cxn modelId="{1EA2B5E3-BCF3-4EF2-89FB-7C58E9D74704}" srcId="{153933F1-6FAA-4E2A-BCC8-93463DE28C71}" destId="{7104D49F-F2DD-42E4-B290-1677F55CE63F}" srcOrd="0" destOrd="0" parTransId="{D793984A-227A-44BD-AE24-AB6F1E2841EC}" sibTransId="{5FC37FF8-A9FE-4658-ADE5-90BCD962878F}"/>
    <dgm:cxn modelId="{0A1963FA-2F5A-E245-BB0D-C8CD8E2B9301}" type="presOf" srcId="{63516B62-27D6-4124-A91F-B89C63246CB5}" destId="{CD2A1055-9927-CC41-8B6C-94F9F346FF68}" srcOrd="1" destOrd="0" presId="urn:microsoft.com/office/officeart/2005/8/layout/process4"/>
    <dgm:cxn modelId="{C5BF6194-11E7-C647-B51E-8B96B84C5CF3}" type="presParOf" srcId="{CA2F53B8-5D70-364F-B91A-C838A3F65306}" destId="{48AD8AE1-50DA-3241-ACBF-4AD19CCF920C}" srcOrd="0" destOrd="0" presId="urn:microsoft.com/office/officeart/2005/8/layout/process4"/>
    <dgm:cxn modelId="{26C80DA4-42FC-1048-B05A-5A016894673B}" type="presParOf" srcId="{48AD8AE1-50DA-3241-ACBF-4AD19CCF920C}" destId="{21E05ABD-A83C-5B4A-83F2-B21CA55E9439}" srcOrd="0" destOrd="0" presId="urn:microsoft.com/office/officeart/2005/8/layout/process4"/>
    <dgm:cxn modelId="{01064938-1FDA-EE4D-8667-007BD873DC47}" type="presParOf" srcId="{CA2F53B8-5D70-364F-B91A-C838A3F65306}" destId="{6BBB793F-FE7C-C140-AAFD-857231050E18}" srcOrd="1" destOrd="0" presId="urn:microsoft.com/office/officeart/2005/8/layout/process4"/>
    <dgm:cxn modelId="{7CB95719-EAA9-554C-BDF3-2FC9DAB76D8C}" type="presParOf" srcId="{CA2F53B8-5D70-364F-B91A-C838A3F65306}" destId="{67E1F28C-5A6E-FD48-9AA2-3F03AE9E6AC0}" srcOrd="2" destOrd="0" presId="urn:microsoft.com/office/officeart/2005/8/layout/process4"/>
    <dgm:cxn modelId="{3A86FBD3-13D5-5140-AF89-51ED82A3D827}" type="presParOf" srcId="{67E1F28C-5A6E-FD48-9AA2-3F03AE9E6AC0}" destId="{AE2142E2-EB2D-3B47-9F7E-89D962FE498C}" srcOrd="0" destOrd="0" presId="urn:microsoft.com/office/officeart/2005/8/layout/process4"/>
    <dgm:cxn modelId="{05D65059-F9B6-EB4A-91BD-290A05D43897}" type="presParOf" srcId="{67E1F28C-5A6E-FD48-9AA2-3F03AE9E6AC0}" destId="{CD2A1055-9927-CC41-8B6C-94F9F346FF68}" srcOrd="1" destOrd="0" presId="urn:microsoft.com/office/officeart/2005/8/layout/process4"/>
    <dgm:cxn modelId="{188853CE-BB1E-F84B-A7A3-7EC993AEEE90}" type="presParOf" srcId="{67E1F28C-5A6E-FD48-9AA2-3F03AE9E6AC0}" destId="{7211C528-BE3C-C546-86E6-E8DDE1B902C7}" srcOrd="2" destOrd="0" presId="urn:microsoft.com/office/officeart/2005/8/layout/process4"/>
    <dgm:cxn modelId="{33561DFF-1F39-D44E-BC36-D6E1D29236AB}" type="presParOf" srcId="{7211C528-BE3C-C546-86E6-E8DDE1B902C7}" destId="{B47636C8-5BBD-FD46-A912-7E777794558D}" srcOrd="0" destOrd="0" presId="urn:microsoft.com/office/officeart/2005/8/layout/process4"/>
    <dgm:cxn modelId="{47F72C85-BDC1-374F-8673-91FE4556FC95}" type="presParOf" srcId="{7211C528-BE3C-C546-86E6-E8DDE1B902C7}" destId="{B8F645FD-BD9B-DF4C-AF6A-255BD1CA2A34}" srcOrd="1" destOrd="0" presId="urn:microsoft.com/office/officeart/2005/8/layout/process4"/>
    <dgm:cxn modelId="{937597F8-1349-4946-A024-511F1DB962FB}" type="presParOf" srcId="{7211C528-BE3C-C546-86E6-E8DDE1B902C7}" destId="{9BD565DF-C933-9D42-925F-AEED4B42112D}" srcOrd="2" destOrd="0" presId="urn:microsoft.com/office/officeart/2005/8/layout/process4"/>
    <dgm:cxn modelId="{963C47CF-B1D4-0840-87A3-093930F18F61}" type="presParOf" srcId="{CA2F53B8-5D70-364F-B91A-C838A3F65306}" destId="{56390FFB-C883-0F4E-A8D6-4B55F4D4B692}" srcOrd="3" destOrd="0" presId="urn:microsoft.com/office/officeart/2005/8/layout/process4"/>
    <dgm:cxn modelId="{A2BEC862-8EB1-6D4C-AB5A-0A6644443312}" type="presParOf" srcId="{CA2F53B8-5D70-364F-B91A-C838A3F65306}" destId="{7AAF711F-30D6-2D4A-B321-2FB6EBFA7EF3}" srcOrd="4" destOrd="0" presId="urn:microsoft.com/office/officeart/2005/8/layout/process4"/>
    <dgm:cxn modelId="{8BE2C43F-4D9D-C74C-9708-E7A458A998F3}" type="presParOf" srcId="{7AAF711F-30D6-2D4A-B321-2FB6EBFA7EF3}" destId="{D7F81648-413D-584B-AA91-B588122B920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A7D85D-CE2D-48C3-B857-9467CEED3FF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1C6EF2F-EFE8-4CEB-81FE-B3F3C150A32E}">
      <dgm:prSet/>
      <dgm:spPr/>
      <dgm:t>
        <a:bodyPr/>
        <a:lstStyle/>
        <a:p>
          <a:r>
            <a:rPr lang="en-US"/>
            <a:t>Custom fine-tuned GPT-4.1-mini model.</a:t>
          </a:r>
        </a:p>
      </dgm:t>
    </dgm:pt>
    <dgm:pt modelId="{B1C669F8-117A-4FD4-BA92-E3BE90D0401F}" type="parTrans" cxnId="{4CC666C6-114F-4819-9266-6F9FE969D8E9}">
      <dgm:prSet/>
      <dgm:spPr/>
      <dgm:t>
        <a:bodyPr/>
        <a:lstStyle/>
        <a:p>
          <a:endParaRPr lang="en-US"/>
        </a:p>
      </dgm:t>
    </dgm:pt>
    <dgm:pt modelId="{601B4904-2EAE-4460-9AFD-3A86E4446E0A}" type="sibTrans" cxnId="{4CC666C6-114F-4819-9266-6F9FE969D8E9}">
      <dgm:prSet/>
      <dgm:spPr/>
      <dgm:t>
        <a:bodyPr/>
        <a:lstStyle/>
        <a:p>
          <a:endParaRPr lang="en-US"/>
        </a:p>
      </dgm:t>
    </dgm:pt>
    <dgm:pt modelId="{89268DA9-19D6-4433-9644-A2F017BDD9C6}">
      <dgm:prSet/>
      <dgm:spPr/>
      <dgm:t>
        <a:bodyPr/>
        <a:lstStyle/>
        <a:p>
          <a:r>
            <a:rPr lang="en-US"/>
            <a:t>Trained on structured examples using the 3/5/3 format.</a:t>
          </a:r>
        </a:p>
      </dgm:t>
    </dgm:pt>
    <dgm:pt modelId="{5FC1DECB-0792-4666-8552-F8C99F4E8C68}" type="parTrans" cxnId="{F3AA9532-8E13-4CB7-A508-1E7256D24B7A}">
      <dgm:prSet/>
      <dgm:spPr/>
      <dgm:t>
        <a:bodyPr/>
        <a:lstStyle/>
        <a:p>
          <a:endParaRPr lang="en-US"/>
        </a:p>
      </dgm:t>
    </dgm:pt>
    <dgm:pt modelId="{45D58153-CCB9-4C58-9E34-A47427347F5C}" type="sibTrans" cxnId="{F3AA9532-8E13-4CB7-A508-1E7256D24B7A}">
      <dgm:prSet/>
      <dgm:spPr/>
      <dgm:t>
        <a:bodyPr/>
        <a:lstStyle/>
        <a:p>
          <a:endParaRPr lang="en-US"/>
        </a:p>
      </dgm:t>
    </dgm:pt>
    <dgm:pt modelId="{FAD41A22-C7AC-460C-B23C-FA1225483884}">
      <dgm:prSet/>
      <dgm:spPr/>
      <dgm:t>
        <a:bodyPr/>
        <a:lstStyle/>
        <a:p>
          <a:r>
            <a:rPr lang="en-US"/>
            <a:t>Produces reliable JSON output.</a:t>
          </a:r>
        </a:p>
      </dgm:t>
    </dgm:pt>
    <dgm:pt modelId="{2620DD9E-1FEC-4C14-8E87-20C287FCC76B}" type="parTrans" cxnId="{07966CE1-FB99-4850-B763-2FA30BFBBEB1}">
      <dgm:prSet/>
      <dgm:spPr/>
      <dgm:t>
        <a:bodyPr/>
        <a:lstStyle/>
        <a:p>
          <a:endParaRPr lang="en-US"/>
        </a:p>
      </dgm:t>
    </dgm:pt>
    <dgm:pt modelId="{03BD08CC-23B6-49AB-A704-0908BAA2466E}" type="sibTrans" cxnId="{07966CE1-FB99-4850-B763-2FA30BFBBEB1}">
      <dgm:prSet/>
      <dgm:spPr/>
      <dgm:t>
        <a:bodyPr/>
        <a:lstStyle/>
        <a:p>
          <a:endParaRPr lang="en-US"/>
        </a:p>
      </dgm:t>
    </dgm:pt>
    <dgm:pt modelId="{3A37D87D-035D-4C86-B9A2-84805DB7156D}">
      <dgm:prSet/>
      <dgm:spPr/>
      <dgm:t>
        <a:bodyPr/>
        <a:lstStyle/>
        <a:p>
          <a:r>
            <a:rPr lang="en-US"/>
            <a:t>Prevents format drift and improves clarity.</a:t>
          </a:r>
        </a:p>
      </dgm:t>
    </dgm:pt>
    <dgm:pt modelId="{33FAFDF7-8512-40C7-8E16-44C68B56E382}" type="parTrans" cxnId="{FE158568-27A8-4376-90BA-66B287279B57}">
      <dgm:prSet/>
      <dgm:spPr/>
      <dgm:t>
        <a:bodyPr/>
        <a:lstStyle/>
        <a:p>
          <a:endParaRPr lang="en-US"/>
        </a:p>
      </dgm:t>
    </dgm:pt>
    <dgm:pt modelId="{0B8E9ADD-BF81-4984-863E-978B50DB3C60}" type="sibTrans" cxnId="{FE158568-27A8-4376-90BA-66B287279B57}">
      <dgm:prSet/>
      <dgm:spPr/>
      <dgm:t>
        <a:bodyPr/>
        <a:lstStyle/>
        <a:p>
          <a:endParaRPr lang="en-US"/>
        </a:p>
      </dgm:t>
    </dgm:pt>
    <dgm:pt modelId="{666B952F-9C24-A74F-83AC-1D0A9C147E73}" type="pres">
      <dgm:prSet presAssocID="{66A7D85D-CE2D-48C3-B857-9467CEED3FF5}" presName="linear" presStyleCnt="0">
        <dgm:presLayoutVars>
          <dgm:animLvl val="lvl"/>
          <dgm:resizeHandles val="exact"/>
        </dgm:presLayoutVars>
      </dgm:prSet>
      <dgm:spPr/>
    </dgm:pt>
    <dgm:pt modelId="{F3B033DC-E5F0-BF48-B73B-4A4323813EA0}" type="pres">
      <dgm:prSet presAssocID="{71C6EF2F-EFE8-4CEB-81FE-B3F3C150A32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3A4295D-DF72-8A4E-9B61-F8CFDF50AFC8}" type="pres">
      <dgm:prSet presAssocID="{601B4904-2EAE-4460-9AFD-3A86E4446E0A}" presName="spacer" presStyleCnt="0"/>
      <dgm:spPr/>
    </dgm:pt>
    <dgm:pt modelId="{970BD7C9-34C4-F941-9A77-F0E90A69E955}" type="pres">
      <dgm:prSet presAssocID="{89268DA9-19D6-4433-9644-A2F017BDD9C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CE1079F-5F73-1148-AB1F-470FE6329001}" type="pres">
      <dgm:prSet presAssocID="{45D58153-CCB9-4C58-9E34-A47427347F5C}" presName="spacer" presStyleCnt="0"/>
      <dgm:spPr/>
    </dgm:pt>
    <dgm:pt modelId="{EFA8B280-A84A-A848-A5AA-9344926DBDD3}" type="pres">
      <dgm:prSet presAssocID="{FAD41A22-C7AC-460C-B23C-FA122548388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6A76819-4602-9643-AB17-1940CCE88473}" type="pres">
      <dgm:prSet presAssocID="{03BD08CC-23B6-49AB-A704-0908BAA2466E}" presName="spacer" presStyleCnt="0"/>
      <dgm:spPr/>
    </dgm:pt>
    <dgm:pt modelId="{EC962C1E-1F27-D84E-84B9-6D6920C6814A}" type="pres">
      <dgm:prSet presAssocID="{3A37D87D-035D-4C86-B9A2-84805DB715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2CBF00B-608E-0643-ACC9-D73AFA0D2788}" type="presOf" srcId="{71C6EF2F-EFE8-4CEB-81FE-B3F3C150A32E}" destId="{F3B033DC-E5F0-BF48-B73B-4A4323813EA0}" srcOrd="0" destOrd="0" presId="urn:microsoft.com/office/officeart/2005/8/layout/vList2"/>
    <dgm:cxn modelId="{1BD4E628-7F8C-B147-93EB-C409F8EA4927}" type="presOf" srcId="{66A7D85D-CE2D-48C3-B857-9467CEED3FF5}" destId="{666B952F-9C24-A74F-83AC-1D0A9C147E73}" srcOrd="0" destOrd="0" presId="urn:microsoft.com/office/officeart/2005/8/layout/vList2"/>
    <dgm:cxn modelId="{F3AA9532-8E13-4CB7-A508-1E7256D24B7A}" srcId="{66A7D85D-CE2D-48C3-B857-9467CEED3FF5}" destId="{89268DA9-19D6-4433-9644-A2F017BDD9C6}" srcOrd="1" destOrd="0" parTransId="{5FC1DECB-0792-4666-8552-F8C99F4E8C68}" sibTransId="{45D58153-CCB9-4C58-9E34-A47427347F5C}"/>
    <dgm:cxn modelId="{80BED656-784E-594A-8E2A-4296A9D9F4B4}" type="presOf" srcId="{3A37D87D-035D-4C86-B9A2-84805DB7156D}" destId="{EC962C1E-1F27-D84E-84B9-6D6920C6814A}" srcOrd="0" destOrd="0" presId="urn:microsoft.com/office/officeart/2005/8/layout/vList2"/>
    <dgm:cxn modelId="{FE158568-27A8-4376-90BA-66B287279B57}" srcId="{66A7D85D-CE2D-48C3-B857-9467CEED3FF5}" destId="{3A37D87D-035D-4C86-B9A2-84805DB7156D}" srcOrd="3" destOrd="0" parTransId="{33FAFDF7-8512-40C7-8E16-44C68B56E382}" sibTransId="{0B8E9ADD-BF81-4984-863E-978B50DB3C60}"/>
    <dgm:cxn modelId="{DD41207A-6B42-4C46-BAC8-A93FA12AC3AC}" type="presOf" srcId="{FAD41A22-C7AC-460C-B23C-FA1225483884}" destId="{EFA8B280-A84A-A848-A5AA-9344926DBDD3}" srcOrd="0" destOrd="0" presId="urn:microsoft.com/office/officeart/2005/8/layout/vList2"/>
    <dgm:cxn modelId="{4CC666C6-114F-4819-9266-6F9FE969D8E9}" srcId="{66A7D85D-CE2D-48C3-B857-9467CEED3FF5}" destId="{71C6EF2F-EFE8-4CEB-81FE-B3F3C150A32E}" srcOrd="0" destOrd="0" parTransId="{B1C669F8-117A-4FD4-BA92-E3BE90D0401F}" sibTransId="{601B4904-2EAE-4460-9AFD-3A86E4446E0A}"/>
    <dgm:cxn modelId="{07966CE1-FB99-4850-B763-2FA30BFBBEB1}" srcId="{66A7D85D-CE2D-48C3-B857-9467CEED3FF5}" destId="{FAD41A22-C7AC-460C-B23C-FA1225483884}" srcOrd="2" destOrd="0" parTransId="{2620DD9E-1FEC-4C14-8E87-20C287FCC76B}" sibTransId="{03BD08CC-23B6-49AB-A704-0908BAA2466E}"/>
    <dgm:cxn modelId="{CC273EE8-B993-FC4E-83D5-7DDA3C1CE6A4}" type="presOf" srcId="{89268DA9-19D6-4433-9644-A2F017BDD9C6}" destId="{970BD7C9-34C4-F941-9A77-F0E90A69E955}" srcOrd="0" destOrd="0" presId="urn:microsoft.com/office/officeart/2005/8/layout/vList2"/>
    <dgm:cxn modelId="{18EFFB19-857E-1E4F-A591-2B457D7A72BF}" type="presParOf" srcId="{666B952F-9C24-A74F-83AC-1D0A9C147E73}" destId="{F3B033DC-E5F0-BF48-B73B-4A4323813EA0}" srcOrd="0" destOrd="0" presId="urn:microsoft.com/office/officeart/2005/8/layout/vList2"/>
    <dgm:cxn modelId="{9BB21EA8-AE06-FA48-BB2D-2E06CAD6E46D}" type="presParOf" srcId="{666B952F-9C24-A74F-83AC-1D0A9C147E73}" destId="{03A4295D-DF72-8A4E-9B61-F8CFDF50AFC8}" srcOrd="1" destOrd="0" presId="urn:microsoft.com/office/officeart/2005/8/layout/vList2"/>
    <dgm:cxn modelId="{11FCB09A-3928-BE4F-AFB6-940790DC26C9}" type="presParOf" srcId="{666B952F-9C24-A74F-83AC-1D0A9C147E73}" destId="{970BD7C9-34C4-F941-9A77-F0E90A69E955}" srcOrd="2" destOrd="0" presId="urn:microsoft.com/office/officeart/2005/8/layout/vList2"/>
    <dgm:cxn modelId="{265AD8D2-F4FC-4F46-B268-2FF68B918854}" type="presParOf" srcId="{666B952F-9C24-A74F-83AC-1D0A9C147E73}" destId="{CCE1079F-5F73-1148-AB1F-470FE6329001}" srcOrd="3" destOrd="0" presId="urn:microsoft.com/office/officeart/2005/8/layout/vList2"/>
    <dgm:cxn modelId="{F248C277-E0C3-C946-B21A-A4AB29D3D66F}" type="presParOf" srcId="{666B952F-9C24-A74F-83AC-1D0A9C147E73}" destId="{EFA8B280-A84A-A848-A5AA-9344926DBDD3}" srcOrd="4" destOrd="0" presId="urn:microsoft.com/office/officeart/2005/8/layout/vList2"/>
    <dgm:cxn modelId="{C828EB23-390A-5E46-A55F-25C7C86BC2ED}" type="presParOf" srcId="{666B952F-9C24-A74F-83AC-1D0A9C147E73}" destId="{06A76819-4602-9643-AB17-1940CCE88473}" srcOrd="5" destOrd="0" presId="urn:microsoft.com/office/officeart/2005/8/layout/vList2"/>
    <dgm:cxn modelId="{4ECC215F-BEBF-8C4B-BB89-722996DA4D74}" type="presParOf" srcId="{666B952F-9C24-A74F-83AC-1D0A9C147E73}" destId="{EC962C1E-1F27-D84E-84B9-6D6920C6814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4BDB073-F488-415B-A229-D24B01FADF9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D4DD91-C7FD-4C48-8FF1-FDE7F2D8F7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Outputs are consistently structured and easy to read.</a:t>
          </a:r>
        </a:p>
      </dgm:t>
    </dgm:pt>
    <dgm:pt modelId="{3ECDBC57-228C-449A-A006-0C08A7A19E23}" type="parTrans" cxnId="{8CCA68E2-CDBB-483B-B35F-04EBB0C4F430}">
      <dgm:prSet/>
      <dgm:spPr/>
      <dgm:t>
        <a:bodyPr/>
        <a:lstStyle/>
        <a:p>
          <a:endParaRPr lang="en-US"/>
        </a:p>
      </dgm:t>
    </dgm:pt>
    <dgm:pt modelId="{4CCABC99-59C4-4794-9046-05E1960A786D}" type="sibTrans" cxnId="{8CCA68E2-CDBB-483B-B35F-04EBB0C4F430}">
      <dgm:prSet/>
      <dgm:spPr/>
      <dgm:t>
        <a:bodyPr/>
        <a:lstStyle/>
        <a:p>
          <a:endParaRPr lang="en-US"/>
        </a:p>
      </dgm:t>
    </dgm:pt>
    <dgm:pt modelId="{8D10EA2C-4405-4902-9567-D6A1429D79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 stays close to the source text (no added facts).</a:t>
          </a:r>
        </a:p>
      </dgm:t>
    </dgm:pt>
    <dgm:pt modelId="{32339993-2D98-41C1-AC53-5DDE7106F08F}" type="parTrans" cxnId="{D46BDF94-7877-4115-B9C8-6336ED27BE9B}">
      <dgm:prSet/>
      <dgm:spPr/>
      <dgm:t>
        <a:bodyPr/>
        <a:lstStyle/>
        <a:p>
          <a:endParaRPr lang="en-US"/>
        </a:p>
      </dgm:t>
    </dgm:pt>
    <dgm:pt modelId="{B28BC0C5-ACBE-4693-A55E-57D126FC65F8}" type="sibTrans" cxnId="{D46BDF94-7877-4115-B9C8-6336ED27BE9B}">
      <dgm:prSet/>
      <dgm:spPr/>
      <dgm:t>
        <a:bodyPr/>
        <a:lstStyle/>
        <a:p>
          <a:endParaRPr lang="en-US"/>
        </a:p>
      </dgm:t>
    </dgm:pt>
    <dgm:pt modelId="{F3182CBD-4266-4623-B466-580F37FA14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Improvement over baseline prompts due to fine-tuning + schema.</a:t>
          </a:r>
        </a:p>
      </dgm:t>
    </dgm:pt>
    <dgm:pt modelId="{4A7AB43D-39D1-4649-8B76-699227E64194}" type="parTrans" cxnId="{632F1340-5166-4216-82D8-1B375709531A}">
      <dgm:prSet/>
      <dgm:spPr/>
      <dgm:t>
        <a:bodyPr/>
        <a:lstStyle/>
        <a:p>
          <a:endParaRPr lang="en-US"/>
        </a:p>
      </dgm:t>
    </dgm:pt>
    <dgm:pt modelId="{A323D073-29EF-4823-85CC-5C38112A43CC}" type="sibTrans" cxnId="{632F1340-5166-4216-82D8-1B375709531A}">
      <dgm:prSet/>
      <dgm:spPr/>
      <dgm:t>
        <a:bodyPr/>
        <a:lstStyle/>
        <a:p>
          <a:endParaRPr lang="en-US"/>
        </a:p>
      </dgm:t>
    </dgm:pt>
    <dgm:pt modelId="{F6D7A9B1-2679-4D56-9368-AC3DB34475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Strong match with original project goals.</a:t>
          </a:r>
        </a:p>
      </dgm:t>
    </dgm:pt>
    <dgm:pt modelId="{CEC7EA73-4477-4B84-856E-CFEA8FE880D8}" type="parTrans" cxnId="{F2BFDCA4-E0A6-4550-A137-D0D529738A82}">
      <dgm:prSet/>
      <dgm:spPr/>
      <dgm:t>
        <a:bodyPr/>
        <a:lstStyle/>
        <a:p>
          <a:endParaRPr lang="en-US"/>
        </a:p>
      </dgm:t>
    </dgm:pt>
    <dgm:pt modelId="{8B48E054-9932-4C4E-9094-90E694FD1E9E}" type="sibTrans" cxnId="{F2BFDCA4-E0A6-4550-A137-D0D529738A82}">
      <dgm:prSet/>
      <dgm:spPr/>
      <dgm:t>
        <a:bodyPr/>
        <a:lstStyle/>
        <a:p>
          <a:endParaRPr lang="en-US"/>
        </a:p>
      </dgm:t>
    </dgm:pt>
    <dgm:pt modelId="{B3DA805D-B9A5-4C98-9296-362FC37505CA}" type="pres">
      <dgm:prSet presAssocID="{24BDB073-F488-415B-A229-D24B01FADF92}" presName="root" presStyleCnt="0">
        <dgm:presLayoutVars>
          <dgm:dir/>
          <dgm:resizeHandles val="exact"/>
        </dgm:presLayoutVars>
      </dgm:prSet>
      <dgm:spPr/>
    </dgm:pt>
    <dgm:pt modelId="{6440DDFC-208E-4048-B66D-7A3F16965EE7}" type="pres">
      <dgm:prSet presAssocID="{A5D4DD91-C7FD-4C48-8FF1-FDE7F2D8F7AE}" presName="compNode" presStyleCnt="0"/>
      <dgm:spPr/>
    </dgm:pt>
    <dgm:pt modelId="{2E01D977-3761-4CF2-A1A2-F48ACE4112BF}" type="pres">
      <dgm:prSet presAssocID="{A5D4DD91-C7FD-4C48-8FF1-FDE7F2D8F7A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D90C4F1-9C80-4A36-9E1F-AAF449F0AAD6}" type="pres">
      <dgm:prSet presAssocID="{A5D4DD91-C7FD-4C48-8FF1-FDE7F2D8F7AE}" presName="spaceRect" presStyleCnt="0"/>
      <dgm:spPr/>
    </dgm:pt>
    <dgm:pt modelId="{B4D3C729-9E73-4BB2-B3D8-0D548EACB601}" type="pres">
      <dgm:prSet presAssocID="{A5D4DD91-C7FD-4C48-8FF1-FDE7F2D8F7AE}" presName="textRect" presStyleLbl="revTx" presStyleIdx="0" presStyleCnt="4">
        <dgm:presLayoutVars>
          <dgm:chMax val="1"/>
          <dgm:chPref val="1"/>
        </dgm:presLayoutVars>
      </dgm:prSet>
      <dgm:spPr/>
    </dgm:pt>
    <dgm:pt modelId="{918A1915-304F-444C-853F-7C380FF22E06}" type="pres">
      <dgm:prSet presAssocID="{4CCABC99-59C4-4794-9046-05E1960A786D}" presName="sibTrans" presStyleCnt="0"/>
      <dgm:spPr/>
    </dgm:pt>
    <dgm:pt modelId="{C6C21567-C7FF-48FF-9AE5-A47AECF6E0B4}" type="pres">
      <dgm:prSet presAssocID="{8D10EA2C-4405-4902-9567-D6A1429D7992}" presName="compNode" presStyleCnt="0"/>
      <dgm:spPr/>
    </dgm:pt>
    <dgm:pt modelId="{A0AC68CE-020E-415E-B8AA-286E23E54DA6}" type="pres">
      <dgm:prSet presAssocID="{8D10EA2C-4405-4902-9567-D6A1429D799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730FD5B2-6218-445F-8E6F-70393E0D740F}" type="pres">
      <dgm:prSet presAssocID="{8D10EA2C-4405-4902-9567-D6A1429D7992}" presName="spaceRect" presStyleCnt="0"/>
      <dgm:spPr/>
    </dgm:pt>
    <dgm:pt modelId="{5F060B99-5ACB-4948-AC4B-766654029D46}" type="pres">
      <dgm:prSet presAssocID="{8D10EA2C-4405-4902-9567-D6A1429D7992}" presName="textRect" presStyleLbl="revTx" presStyleIdx="1" presStyleCnt="4">
        <dgm:presLayoutVars>
          <dgm:chMax val="1"/>
          <dgm:chPref val="1"/>
        </dgm:presLayoutVars>
      </dgm:prSet>
      <dgm:spPr/>
    </dgm:pt>
    <dgm:pt modelId="{CF2ECC04-2930-475E-88EB-E55D49A71EB2}" type="pres">
      <dgm:prSet presAssocID="{B28BC0C5-ACBE-4693-A55E-57D126FC65F8}" presName="sibTrans" presStyleCnt="0"/>
      <dgm:spPr/>
    </dgm:pt>
    <dgm:pt modelId="{6D177666-08BC-48D1-8572-4C7E330D623D}" type="pres">
      <dgm:prSet presAssocID="{F3182CBD-4266-4623-B466-580F37FA1455}" presName="compNode" presStyleCnt="0"/>
      <dgm:spPr/>
    </dgm:pt>
    <dgm:pt modelId="{F7F22CF9-5A4E-4421-A127-5C2646055EAF}" type="pres">
      <dgm:prSet presAssocID="{F3182CBD-4266-4623-B466-580F37FA145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5C99638-5AA6-4677-B1CB-E8C87582F299}" type="pres">
      <dgm:prSet presAssocID="{F3182CBD-4266-4623-B466-580F37FA1455}" presName="spaceRect" presStyleCnt="0"/>
      <dgm:spPr/>
    </dgm:pt>
    <dgm:pt modelId="{F9E0330A-20DD-4340-9C12-8A8234952529}" type="pres">
      <dgm:prSet presAssocID="{F3182CBD-4266-4623-B466-580F37FA1455}" presName="textRect" presStyleLbl="revTx" presStyleIdx="2" presStyleCnt="4">
        <dgm:presLayoutVars>
          <dgm:chMax val="1"/>
          <dgm:chPref val="1"/>
        </dgm:presLayoutVars>
      </dgm:prSet>
      <dgm:spPr/>
    </dgm:pt>
    <dgm:pt modelId="{A2509E3B-03B8-4245-9FB1-E4AA38B2EB98}" type="pres">
      <dgm:prSet presAssocID="{A323D073-29EF-4823-85CC-5C38112A43CC}" presName="sibTrans" presStyleCnt="0"/>
      <dgm:spPr/>
    </dgm:pt>
    <dgm:pt modelId="{E11B00EB-123B-4C3D-BF01-70F424143551}" type="pres">
      <dgm:prSet presAssocID="{F6D7A9B1-2679-4D56-9368-AC3DB3447542}" presName="compNode" presStyleCnt="0"/>
      <dgm:spPr/>
    </dgm:pt>
    <dgm:pt modelId="{D5FCFEC8-76D6-4868-9919-FCED2DD4630F}" type="pres">
      <dgm:prSet presAssocID="{F6D7A9B1-2679-4D56-9368-AC3DB344754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D96B238F-03F3-48B1-AD35-6D6705524984}" type="pres">
      <dgm:prSet presAssocID="{F6D7A9B1-2679-4D56-9368-AC3DB3447542}" presName="spaceRect" presStyleCnt="0"/>
      <dgm:spPr/>
    </dgm:pt>
    <dgm:pt modelId="{8AAA288C-AB26-407F-8CDB-D38485E08F76}" type="pres">
      <dgm:prSet presAssocID="{F6D7A9B1-2679-4D56-9368-AC3DB344754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0CC0E01-7B36-4E89-937A-EF95B472D99E}" type="presOf" srcId="{F6D7A9B1-2679-4D56-9368-AC3DB3447542}" destId="{8AAA288C-AB26-407F-8CDB-D38485E08F76}" srcOrd="0" destOrd="0" presId="urn:microsoft.com/office/officeart/2018/2/layout/IconLabelList"/>
    <dgm:cxn modelId="{632F1340-5166-4216-82D8-1B375709531A}" srcId="{24BDB073-F488-415B-A229-D24B01FADF92}" destId="{F3182CBD-4266-4623-B466-580F37FA1455}" srcOrd="2" destOrd="0" parTransId="{4A7AB43D-39D1-4649-8B76-699227E64194}" sibTransId="{A323D073-29EF-4823-85CC-5C38112A43CC}"/>
    <dgm:cxn modelId="{4C2BD17F-C925-4B68-90EE-55EDF8FCA223}" type="presOf" srcId="{A5D4DD91-C7FD-4C48-8FF1-FDE7F2D8F7AE}" destId="{B4D3C729-9E73-4BB2-B3D8-0D548EACB601}" srcOrd="0" destOrd="0" presId="urn:microsoft.com/office/officeart/2018/2/layout/IconLabelList"/>
    <dgm:cxn modelId="{D46BDF94-7877-4115-B9C8-6336ED27BE9B}" srcId="{24BDB073-F488-415B-A229-D24B01FADF92}" destId="{8D10EA2C-4405-4902-9567-D6A1429D7992}" srcOrd="1" destOrd="0" parTransId="{32339993-2D98-41C1-AC53-5DDE7106F08F}" sibTransId="{B28BC0C5-ACBE-4693-A55E-57D126FC65F8}"/>
    <dgm:cxn modelId="{F2BFDCA4-E0A6-4550-A137-D0D529738A82}" srcId="{24BDB073-F488-415B-A229-D24B01FADF92}" destId="{F6D7A9B1-2679-4D56-9368-AC3DB3447542}" srcOrd="3" destOrd="0" parTransId="{CEC7EA73-4477-4B84-856E-CFEA8FE880D8}" sibTransId="{8B48E054-9932-4C4E-9094-90E694FD1E9E}"/>
    <dgm:cxn modelId="{E34DC3C6-5510-4F89-82CF-BB90E0CEE2A7}" type="presOf" srcId="{8D10EA2C-4405-4902-9567-D6A1429D7992}" destId="{5F060B99-5ACB-4948-AC4B-766654029D46}" srcOrd="0" destOrd="0" presId="urn:microsoft.com/office/officeart/2018/2/layout/IconLabelList"/>
    <dgm:cxn modelId="{6FB868D0-DF2B-4ABB-A52D-2F635D556BDE}" type="presOf" srcId="{24BDB073-F488-415B-A229-D24B01FADF92}" destId="{B3DA805D-B9A5-4C98-9296-362FC37505CA}" srcOrd="0" destOrd="0" presId="urn:microsoft.com/office/officeart/2018/2/layout/IconLabelList"/>
    <dgm:cxn modelId="{8CCA68E2-CDBB-483B-B35F-04EBB0C4F430}" srcId="{24BDB073-F488-415B-A229-D24B01FADF92}" destId="{A5D4DD91-C7FD-4C48-8FF1-FDE7F2D8F7AE}" srcOrd="0" destOrd="0" parTransId="{3ECDBC57-228C-449A-A006-0C08A7A19E23}" sibTransId="{4CCABC99-59C4-4794-9046-05E1960A786D}"/>
    <dgm:cxn modelId="{F7296BEC-90AB-4DEA-A4DF-0420BD3DA62B}" type="presOf" srcId="{F3182CBD-4266-4623-B466-580F37FA1455}" destId="{F9E0330A-20DD-4340-9C12-8A8234952529}" srcOrd="0" destOrd="0" presId="urn:microsoft.com/office/officeart/2018/2/layout/IconLabelList"/>
    <dgm:cxn modelId="{C373C442-462A-4FF6-9AF2-73D9391D5E70}" type="presParOf" srcId="{B3DA805D-B9A5-4C98-9296-362FC37505CA}" destId="{6440DDFC-208E-4048-B66D-7A3F16965EE7}" srcOrd="0" destOrd="0" presId="urn:microsoft.com/office/officeart/2018/2/layout/IconLabelList"/>
    <dgm:cxn modelId="{65045A3C-9D45-4200-B86B-45D269FCD64A}" type="presParOf" srcId="{6440DDFC-208E-4048-B66D-7A3F16965EE7}" destId="{2E01D977-3761-4CF2-A1A2-F48ACE4112BF}" srcOrd="0" destOrd="0" presId="urn:microsoft.com/office/officeart/2018/2/layout/IconLabelList"/>
    <dgm:cxn modelId="{B0338A6B-CDED-41DC-A1E7-569CB79B72E7}" type="presParOf" srcId="{6440DDFC-208E-4048-B66D-7A3F16965EE7}" destId="{ED90C4F1-9C80-4A36-9E1F-AAF449F0AAD6}" srcOrd="1" destOrd="0" presId="urn:microsoft.com/office/officeart/2018/2/layout/IconLabelList"/>
    <dgm:cxn modelId="{8558E5D4-3469-4F5E-8224-9942993DD784}" type="presParOf" srcId="{6440DDFC-208E-4048-B66D-7A3F16965EE7}" destId="{B4D3C729-9E73-4BB2-B3D8-0D548EACB601}" srcOrd="2" destOrd="0" presId="urn:microsoft.com/office/officeart/2018/2/layout/IconLabelList"/>
    <dgm:cxn modelId="{F676C2F3-4D6A-44F8-9C5F-7FCC5AD714EA}" type="presParOf" srcId="{B3DA805D-B9A5-4C98-9296-362FC37505CA}" destId="{918A1915-304F-444C-853F-7C380FF22E06}" srcOrd="1" destOrd="0" presId="urn:microsoft.com/office/officeart/2018/2/layout/IconLabelList"/>
    <dgm:cxn modelId="{12DF625B-DEAD-4965-BF74-2184BD81CF5D}" type="presParOf" srcId="{B3DA805D-B9A5-4C98-9296-362FC37505CA}" destId="{C6C21567-C7FF-48FF-9AE5-A47AECF6E0B4}" srcOrd="2" destOrd="0" presId="urn:microsoft.com/office/officeart/2018/2/layout/IconLabelList"/>
    <dgm:cxn modelId="{29F4E040-5A50-4E3E-96D4-94BFB6BDECAA}" type="presParOf" srcId="{C6C21567-C7FF-48FF-9AE5-A47AECF6E0B4}" destId="{A0AC68CE-020E-415E-B8AA-286E23E54DA6}" srcOrd="0" destOrd="0" presId="urn:microsoft.com/office/officeart/2018/2/layout/IconLabelList"/>
    <dgm:cxn modelId="{BAA35AC2-E834-47FE-B9C3-364CCF9BA8F6}" type="presParOf" srcId="{C6C21567-C7FF-48FF-9AE5-A47AECF6E0B4}" destId="{730FD5B2-6218-445F-8E6F-70393E0D740F}" srcOrd="1" destOrd="0" presId="urn:microsoft.com/office/officeart/2018/2/layout/IconLabelList"/>
    <dgm:cxn modelId="{F261A29A-3A82-4C32-9266-15D39BDA0703}" type="presParOf" srcId="{C6C21567-C7FF-48FF-9AE5-A47AECF6E0B4}" destId="{5F060B99-5ACB-4948-AC4B-766654029D46}" srcOrd="2" destOrd="0" presId="urn:microsoft.com/office/officeart/2018/2/layout/IconLabelList"/>
    <dgm:cxn modelId="{6C334B1B-84DC-443B-A58F-48D4CC1F53B9}" type="presParOf" srcId="{B3DA805D-B9A5-4C98-9296-362FC37505CA}" destId="{CF2ECC04-2930-475E-88EB-E55D49A71EB2}" srcOrd="3" destOrd="0" presId="urn:microsoft.com/office/officeart/2018/2/layout/IconLabelList"/>
    <dgm:cxn modelId="{EA483731-687B-4065-AD5A-466386EB9DB0}" type="presParOf" srcId="{B3DA805D-B9A5-4C98-9296-362FC37505CA}" destId="{6D177666-08BC-48D1-8572-4C7E330D623D}" srcOrd="4" destOrd="0" presId="urn:microsoft.com/office/officeart/2018/2/layout/IconLabelList"/>
    <dgm:cxn modelId="{16159313-9C0B-45E0-9BB4-08FC1C6B2064}" type="presParOf" srcId="{6D177666-08BC-48D1-8572-4C7E330D623D}" destId="{F7F22CF9-5A4E-4421-A127-5C2646055EAF}" srcOrd="0" destOrd="0" presId="urn:microsoft.com/office/officeart/2018/2/layout/IconLabelList"/>
    <dgm:cxn modelId="{40395232-B83A-41C7-A0C3-84737B284D83}" type="presParOf" srcId="{6D177666-08BC-48D1-8572-4C7E330D623D}" destId="{95C99638-5AA6-4677-B1CB-E8C87582F299}" srcOrd="1" destOrd="0" presId="urn:microsoft.com/office/officeart/2018/2/layout/IconLabelList"/>
    <dgm:cxn modelId="{BD154795-B3FF-4BB3-B750-136F67DCEF15}" type="presParOf" srcId="{6D177666-08BC-48D1-8572-4C7E330D623D}" destId="{F9E0330A-20DD-4340-9C12-8A8234952529}" srcOrd="2" destOrd="0" presId="urn:microsoft.com/office/officeart/2018/2/layout/IconLabelList"/>
    <dgm:cxn modelId="{64C72341-7295-4307-8801-94441D09A535}" type="presParOf" srcId="{B3DA805D-B9A5-4C98-9296-362FC37505CA}" destId="{A2509E3B-03B8-4245-9FB1-E4AA38B2EB98}" srcOrd="5" destOrd="0" presId="urn:microsoft.com/office/officeart/2018/2/layout/IconLabelList"/>
    <dgm:cxn modelId="{89A09A77-19C6-4159-8299-8CD0A4AF981A}" type="presParOf" srcId="{B3DA805D-B9A5-4C98-9296-362FC37505CA}" destId="{E11B00EB-123B-4C3D-BF01-70F424143551}" srcOrd="6" destOrd="0" presId="urn:microsoft.com/office/officeart/2018/2/layout/IconLabelList"/>
    <dgm:cxn modelId="{4DAE698B-B48D-456E-9BA9-B200F20262E3}" type="presParOf" srcId="{E11B00EB-123B-4C3D-BF01-70F424143551}" destId="{D5FCFEC8-76D6-4868-9919-FCED2DD4630F}" srcOrd="0" destOrd="0" presId="urn:microsoft.com/office/officeart/2018/2/layout/IconLabelList"/>
    <dgm:cxn modelId="{8426184B-E88F-4641-A85E-3584BD706301}" type="presParOf" srcId="{E11B00EB-123B-4C3D-BF01-70F424143551}" destId="{D96B238F-03F3-48B1-AD35-6D6705524984}" srcOrd="1" destOrd="0" presId="urn:microsoft.com/office/officeart/2018/2/layout/IconLabelList"/>
    <dgm:cxn modelId="{2F90E9DC-0FF4-4239-95C1-3B3E122C5355}" type="presParOf" srcId="{E11B00EB-123B-4C3D-BF01-70F424143551}" destId="{8AAA288C-AB26-407F-8CDB-D38485E08F7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367D61-C44A-410F-9A02-2A8985190F08}">
      <dsp:nvSpPr>
        <dsp:cNvPr id="0" name=""/>
        <dsp:cNvSpPr/>
      </dsp:nvSpPr>
      <dsp:spPr>
        <a:xfrm>
          <a:off x="653462" y="13989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BA1951-8CC4-4AED-BBD0-30D209BC9632}">
      <dsp:nvSpPr>
        <dsp:cNvPr id="0" name=""/>
        <dsp:cNvSpPr/>
      </dsp:nvSpPr>
      <dsp:spPr>
        <a:xfrm>
          <a:off x="1041025" y="527461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79A898-88A3-4A74-BA3C-C1F11DA3355E}">
      <dsp:nvSpPr>
        <dsp:cNvPr id="0" name=""/>
        <dsp:cNvSpPr/>
      </dsp:nvSpPr>
      <dsp:spPr>
        <a:xfrm>
          <a:off x="72118" y="2524899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Dense policy, legal, and technical paragraphs are hard to understand.</a:t>
          </a:r>
        </a:p>
      </dsp:txBody>
      <dsp:txXfrm>
        <a:off x="72118" y="2524899"/>
        <a:ext cx="2981250" cy="720000"/>
      </dsp:txXfrm>
    </dsp:sp>
    <dsp:sp modelId="{5E1526CE-8FD8-40F3-A9DF-F77716BB450A}">
      <dsp:nvSpPr>
        <dsp:cNvPr id="0" name=""/>
        <dsp:cNvSpPr/>
      </dsp:nvSpPr>
      <dsp:spPr>
        <a:xfrm>
          <a:off x="4156431" y="13989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ECF773-805F-40ED-8D82-4B6C0E6C8425}">
      <dsp:nvSpPr>
        <dsp:cNvPr id="0" name=""/>
        <dsp:cNvSpPr/>
      </dsp:nvSpPr>
      <dsp:spPr>
        <a:xfrm>
          <a:off x="4543993" y="527461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8AA6F-BC9E-41BB-B495-A6AC89775AA4}">
      <dsp:nvSpPr>
        <dsp:cNvPr id="0" name=""/>
        <dsp:cNvSpPr/>
      </dsp:nvSpPr>
      <dsp:spPr>
        <a:xfrm>
          <a:off x="3575087" y="2524899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Many readers struggle to quickly extract key points.</a:t>
          </a:r>
        </a:p>
      </dsp:txBody>
      <dsp:txXfrm>
        <a:off x="3575087" y="2524899"/>
        <a:ext cx="2981250" cy="720000"/>
      </dsp:txXfrm>
    </dsp:sp>
    <dsp:sp modelId="{C8A9815F-2998-4DA7-9405-FE84B525D000}">
      <dsp:nvSpPr>
        <dsp:cNvPr id="0" name=""/>
        <dsp:cNvSpPr/>
      </dsp:nvSpPr>
      <dsp:spPr>
        <a:xfrm>
          <a:off x="7659400" y="13989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147B50-F2B9-436F-9713-D450B1C28B06}">
      <dsp:nvSpPr>
        <dsp:cNvPr id="0" name=""/>
        <dsp:cNvSpPr/>
      </dsp:nvSpPr>
      <dsp:spPr>
        <a:xfrm>
          <a:off x="8046962" y="527461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38525-6627-431F-BA41-6D77B83E0AF8}">
      <dsp:nvSpPr>
        <dsp:cNvPr id="0" name=""/>
        <dsp:cNvSpPr/>
      </dsp:nvSpPr>
      <dsp:spPr>
        <a:xfrm>
          <a:off x="7078056" y="2524899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Need a simple tool that rewrites complex text into a clear, structured explanation.</a:t>
          </a:r>
        </a:p>
      </dsp:txBody>
      <dsp:txXfrm>
        <a:off x="7078056" y="2524899"/>
        <a:ext cx="298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E05ABD-A83C-5B4A-83F2-B21CA55E9439}">
      <dsp:nvSpPr>
        <dsp:cNvPr id="0" name=""/>
        <dsp:cNvSpPr/>
      </dsp:nvSpPr>
      <dsp:spPr>
        <a:xfrm>
          <a:off x="0" y="3892472"/>
          <a:ext cx="5741533" cy="127759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Goals: clarity, consistency, and faithfulness to the source text.</a:t>
          </a:r>
        </a:p>
      </dsp:txBody>
      <dsp:txXfrm>
        <a:off x="0" y="3892472"/>
        <a:ext cx="5741533" cy="1277596"/>
      </dsp:txXfrm>
    </dsp:sp>
    <dsp:sp modelId="{CD2A1055-9927-CC41-8B6C-94F9F346FF68}">
      <dsp:nvSpPr>
        <dsp:cNvPr id="0" name=""/>
        <dsp:cNvSpPr/>
      </dsp:nvSpPr>
      <dsp:spPr>
        <a:xfrm rot="10800000">
          <a:off x="0" y="1946693"/>
          <a:ext cx="5741533" cy="1964943"/>
        </a:xfrm>
        <a:prstGeom prst="upArrowCallout">
          <a:avLst/>
        </a:prstGeom>
        <a:solidFill>
          <a:schemeClr val="accent2">
            <a:hueOff val="-1555074"/>
            <a:satOff val="-8227"/>
            <a:lumOff val="-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Fixed output format:</a:t>
          </a:r>
        </a:p>
      </dsp:txBody>
      <dsp:txXfrm rot="-10800000">
        <a:off x="0" y="1946693"/>
        <a:ext cx="5741533" cy="689695"/>
      </dsp:txXfrm>
    </dsp:sp>
    <dsp:sp modelId="{B47636C8-5BBD-FD46-A912-7E777794558D}">
      <dsp:nvSpPr>
        <dsp:cNvPr id="0" name=""/>
        <dsp:cNvSpPr/>
      </dsp:nvSpPr>
      <dsp:spPr>
        <a:xfrm>
          <a:off x="2803" y="2636388"/>
          <a:ext cx="1911975" cy="58751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135128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 summary sentences</a:t>
          </a:r>
        </a:p>
      </dsp:txBody>
      <dsp:txXfrm>
        <a:off x="2803" y="2636388"/>
        <a:ext cx="1911975" cy="587518"/>
      </dsp:txXfrm>
    </dsp:sp>
    <dsp:sp modelId="{B8F645FD-BD9B-DF4C-AF6A-255BD1CA2A34}">
      <dsp:nvSpPr>
        <dsp:cNvPr id="0" name=""/>
        <dsp:cNvSpPr/>
      </dsp:nvSpPr>
      <dsp:spPr>
        <a:xfrm>
          <a:off x="1914779" y="2636388"/>
          <a:ext cx="1911975" cy="587518"/>
        </a:xfrm>
        <a:prstGeom prst="rect">
          <a:avLst/>
        </a:prstGeom>
        <a:solidFill>
          <a:schemeClr val="accent2">
            <a:tint val="40000"/>
            <a:alpha val="90000"/>
            <a:hueOff val="-1935681"/>
            <a:satOff val="-9566"/>
            <a:lumOff val="-962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935681"/>
              <a:satOff val="-9566"/>
              <a:lumOff val="-9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135128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 key bullet points</a:t>
          </a:r>
        </a:p>
      </dsp:txBody>
      <dsp:txXfrm>
        <a:off x="1914779" y="2636388"/>
        <a:ext cx="1911975" cy="587518"/>
      </dsp:txXfrm>
    </dsp:sp>
    <dsp:sp modelId="{9BD565DF-C933-9D42-925F-AEED4B42112D}">
      <dsp:nvSpPr>
        <dsp:cNvPr id="0" name=""/>
        <dsp:cNvSpPr/>
      </dsp:nvSpPr>
      <dsp:spPr>
        <a:xfrm>
          <a:off x="3826754" y="2636388"/>
          <a:ext cx="1911975" cy="587518"/>
        </a:xfrm>
        <a:prstGeom prst="rect">
          <a:avLst/>
        </a:prstGeom>
        <a:solidFill>
          <a:schemeClr val="accent2">
            <a:tint val="40000"/>
            <a:alpha val="90000"/>
            <a:hueOff val="-3871361"/>
            <a:satOff val="-19132"/>
            <a:lumOff val="-192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3871361"/>
              <a:satOff val="-19132"/>
              <a:lumOff val="-19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135128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3 vocabulary terms</a:t>
          </a:r>
        </a:p>
      </dsp:txBody>
      <dsp:txXfrm>
        <a:off x="3826754" y="2636388"/>
        <a:ext cx="1911975" cy="587518"/>
      </dsp:txXfrm>
    </dsp:sp>
    <dsp:sp modelId="{D7F81648-413D-584B-AA91-B588122B9209}">
      <dsp:nvSpPr>
        <dsp:cNvPr id="0" name=""/>
        <dsp:cNvSpPr/>
      </dsp:nvSpPr>
      <dsp:spPr>
        <a:xfrm rot="10800000">
          <a:off x="0" y="914"/>
          <a:ext cx="5741533" cy="1964943"/>
        </a:xfrm>
        <a:prstGeom prst="upArrowCallout">
          <a:avLst/>
        </a:prstGeom>
        <a:solidFill>
          <a:schemeClr val="accent2">
            <a:hueOff val="-3110147"/>
            <a:satOff val="-16453"/>
            <a:lumOff val="-627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Simple workflow: Paste → Click → Get structured explanation.</a:t>
          </a:r>
        </a:p>
      </dsp:txBody>
      <dsp:txXfrm rot="10800000">
        <a:off x="0" y="914"/>
        <a:ext cx="5741533" cy="12767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033DC-E5F0-BF48-B73B-4A4323813EA0}">
      <dsp:nvSpPr>
        <dsp:cNvPr id="0" name=""/>
        <dsp:cNvSpPr/>
      </dsp:nvSpPr>
      <dsp:spPr>
        <a:xfrm>
          <a:off x="0" y="69091"/>
          <a:ext cx="5741533" cy="1193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Custom fine-tuned GPT-4.1-mini model.</a:t>
          </a:r>
        </a:p>
      </dsp:txBody>
      <dsp:txXfrm>
        <a:off x="58257" y="127348"/>
        <a:ext cx="5625019" cy="1076886"/>
      </dsp:txXfrm>
    </dsp:sp>
    <dsp:sp modelId="{970BD7C9-34C4-F941-9A77-F0E90A69E955}">
      <dsp:nvSpPr>
        <dsp:cNvPr id="0" name=""/>
        <dsp:cNvSpPr/>
      </dsp:nvSpPr>
      <dsp:spPr>
        <a:xfrm>
          <a:off x="0" y="1348891"/>
          <a:ext cx="5741533" cy="1193400"/>
        </a:xfrm>
        <a:prstGeom prst="roundRect">
          <a:avLst/>
        </a:prstGeom>
        <a:solidFill>
          <a:schemeClr val="accent2">
            <a:hueOff val="-1036716"/>
            <a:satOff val="-5484"/>
            <a:lumOff val="-209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Trained on structured examples using the 3/5/3 format.</a:t>
          </a:r>
        </a:p>
      </dsp:txBody>
      <dsp:txXfrm>
        <a:off x="58257" y="1407148"/>
        <a:ext cx="5625019" cy="1076886"/>
      </dsp:txXfrm>
    </dsp:sp>
    <dsp:sp modelId="{EFA8B280-A84A-A848-A5AA-9344926DBDD3}">
      <dsp:nvSpPr>
        <dsp:cNvPr id="0" name=""/>
        <dsp:cNvSpPr/>
      </dsp:nvSpPr>
      <dsp:spPr>
        <a:xfrm>
          <a:off x="0" y="2628691"/>
          <a:ext cx="5741533" cy="1193400"/>
        </a:xfrm>
        <a:prstGeom prst="roundRect">
          <a:avLst/>
        </a:prstGeom>
        <a:solidFill>
          <a:schemeClr val="accent2">
            <a:hueOff val="-2073431"/>
            <a:satOff val="-10969"/>
            <a:lumOff val="-418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Produces reliable JSON output.</a:t>
          </a:r>
        </a:p>
      </dsp:txBody>
      <dsp:txXfrm>
        <a:off x="58257" y="2686948"/>
        <a:ext cx="5625019" cy="1076886"/>
      </dsp:txXfrm>
    </dsp:sp>
    <dsp:sp modelId="{EC962C1E-1F27-D84E-84B9-6D6920C6814A}">
      <dsp:nvSpPr>
        <dsp:cNvPr id="0" name=""/>
        <dsp:cNvSpPr/>
      </dsp:nvSpPr>
      <dsp:spPr>
        <a:xfrm>
          <a:off x="0" y="3908491"/>
          <a:ext cx="5741533" cy="1193400"/>
        </a:xfrm>
        <a:prstGeom prst="roundRect">
          <a:avLst/>
        </a:prstGeom>
        <a:solidFill>
          <a:schemeClr val="accent2">
            <a:hueOff val="-3110147"/>
            <a:satOff val="-16453"/>
            <a:lumOff val="-627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Prevents format drift and improves clarity.</a:t>
          </a:r>
        </a:p>
      </dsp:txBody>
      <dsp:txXfrm>
        <a:off x="58257" y="3966748"/>
        <a:ext cx="5625019" cy="10768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01D977-3761-4CF2-A1A2-F48ACE4112BF}">
      <dsp:nvSpPr>
        <dsp:cNvPr id="0" name=""/>
        <dsp:cNvSpPr/>
      </dsp:nvSpPr>
      <dsp:spPr>
        <a:xfrm>
          <a:off x="970752" y="855591"/>
          <a:ext cx="927160" cy="9271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3C729-9E73-4BB2-B3D8-0D548EACB601}">
      <dsp:nvSpPr>
        <dsp:cNvPr id="0" name=""/>
        <dsp:cNvSpPr/>
      </dsp:nvSpPr>
      <dsp:spPr>
        <a:xfrm>
          <a:off x="404154" y="2073541"/>
          <a:ext cx="2060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Outputs are consistently structured and easy to read.</a:t>
          </a:r>
        </a:p>
      </dsp:txBody>
      <dsp:txXfrm>
        <a:off x="404154" y="2073541"/>
        <a:ext cx="2060357" cy="720000"/>
      </dsp:txXfrm>
    </dsp:sp>
    <dsp:sp modelId="{A0AC68CE-020E-415E-B8AA-286E23E54DA6}">
      <dsp:nvSpPr>
        <dsp:cNvPr id="0" name=""/>
        <dsp:cNvSpPr/>
      </dsp:nvSpPr>
      <dsp:spPr>
        <a:xfrm>
          <a:off x="3391672" y="855591"/>
          <a:ext cx="927160" cy="9271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060B99-5ACB-4948-AC4B-766654029D46}">
      <dsp:nvSpPr>
        <dsp:cNvPr id="0" name=""/>
        <dsp:cNvSpPr/>
      </dsp:nvSpPr>
      <dsp:spPr>
        <a:xfrm>
          <a:off x="2825074" y="2073541"/>
          <a:ext cx="2060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Model stays close to the source text (no added facts).</a:t>
          </a:r>
        </a:p>
      </dsp:txBody>
      <dsp:txXfrm>
        <a:off x="2825074" y="2073541"/>
        <a:ext cx="2060357" cy="720000"/>
      </dsp:txXfrm>
    </dsp:sp>
    <dsp:sp modelId="{F7F22CF9-5A4E-4421-A127-5C2646055EAF}">
      <dsp:nvSpPr>
        <dsp:cNvPr id="0" name=""/>
        <dsp:cNvSpPr/>
      </dsp:nvSpPr>
      <dsp:spPr>
        <a:xfrm>
          <a:off x="5812591" y="855591"/>
          <a:ext cx="927160" cy="9271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0330A-20DD-4340-9C12-8A8234952529}">
      <dsp:nvSpPr>
        <dsp:cNvPr id="0" name=""/>
        <dsp:cNvSpPr/>
      </dsp:nvSpPr>
      <dsp:spPr>
        <a:xfrm>
          <a:off x="5245993" y="2073541"/>
          <a:ext cx="2060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Improvement over baseline prompts due to fine-tuning + schema.</a:t>
          </a:r>
        </a:p>
      </dsp:txBody>
      <dsp:txXfrm>
        <a:off x="5245993" y="2073541"/>
        <a:ext cx="2060357" cy="720000"/>
      </dsp:txXfrm>
    </dsp:sp>
    <dsp:sp modelId="{D5FCFEC8-76D6-4868-9919-FCED2DD4630F}">
      <dsp:nvSpPr>
        <dsp:cNvPr id="0" name=""/>
        <dsp:cNvSpPr/>
      </dsp:nvSpPr>
      <dsp:spPr>
        <a:xfrm>
          <a:off x="8233511" y="855591"/>
          <a:ext cx="927160" cy="9271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AA288C-AB26-407F-8CDB-D38485E08F76}">
      <dsp:nvSpPr>
        <dsp:cNvPr id="0" name=""/>
        <dsp:cNvSpPr/>
      </dsp:nvSpPr>
      <dsp:spPr>
        <a:xfrm>
          <a:off x="7666913" y="2073541"/>
          <a:ext cx="2060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Strong match with original project goals.</a:t>
          </a:r>
        </a:p>
      </dsp:txBody>
      <dsp:txXfrm>
        <a:off x="7666913" y="2073541"/>
        <a:ext cx="2060357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F45F5-4B7C-4141-B178-5E03201C2B8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DC9F20-E948-C24F-8B69-743D8F559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video demonstrates the full workflow: entering text, generating the structured summary, and viewing the app’s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C9F20-E948-C24F-8B69-743D8F5594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692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F43132E-D4DF-4A83-9344-A782D0F5D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3A2A1-AA0D-3521-86E7-5FE5F386B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1875" y="1212935"/>
            <a:ext cx="6020177" cy="44321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100" dirty="0"/>
              <a:t>Plain-English Explainer for Dense Paragraphs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39AA35-AD97-C0BC-5C8B-0752FAE45B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7260" y="2087881"/>
            <a:ext cx="3678549" cy="26822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cap="none" dirty="0"/>
              <a:t>Milestone 4</a:t>
            </a:r>
          </a:p>
          <a:p>
            <a:pPr algn="l"/>
            <a:r>
              <a:rPr lang="en-US" cap="none" dirty="0"/>
              <a:t>Date</a:t>
            </a:r>
            <a:r>
              <a:rPr lang="en-US" cap="none"/>
              <a:t>: 11/18/2025</a:t>
            </a:r>
            <a:endParaRPr lang="en-US" cap="none" dirty="0"/>
          </a:p>
          <a:p>
            <a:pPr algn="l"/>
            <a:r>
              <a:rPr lang="en-US" cap="none" dirty="0"/>
              <a:t>Course: DSC670-T301 Fall 2025</a:t>
            </a:r>
          </a:p>
          <a:p>
            <a:pPr algn="l"/>
            <a:r>
              <a:rPr lang="en-US" cap="none" dirty="0"/>
              <a:t>Author: Iftikhar Qureshi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AA24BC1-1577-4586-AD7A-417660E37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85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B537B-1F7D-57F2-DB15-D0A75AD20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US" b="1" dirty="0"/>
              <a:t>Problem &amp; Motivation</a:t>
            </a:r>
            <a:endParaRPr lang="en-US" dirty="0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A609C07B-CF15-A2A9-4631-1AC065BB24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746658"/>
              </p:ext>
            </p:extLst>
          </p:nvPr>
        </p:nvGraphicFramePr>
        <p:xfrm>
          <a:off x="685800" y="2406400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61080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117F0C1-BCBB-40C7-99D6-F703E7A4B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A5D8BC-B41A-4E96-91C4-D60F51622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D321D5F-FA18-4271-9EAA-0BEA14116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DB153C-6877-66CD-70C2-1AEC3DBDB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7" y="531278"/>
            <a:ext cx="3211517" cy="5292579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Original Concept</a:t>
            </a:r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51287385-D3EA-47A8-A127-6061791AD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422108" y="0"/>
            <a:ext cx="7769892" cy="6858000"/>
          </a:xfrm>
          <a:custGeom>
            <a:avLst/>
            <a:gdLst>
              <a:gd name="connsiteX0" fmla="*/ 1779516 w 7769892"/>
              <a:gd name="connsiteY0" fmla="*/ 0 h 6837536"/>
              <a:gd name="connsiteX1" fmla="*/ 6454848 w 7769892"/>
              <a:gd name="connsiteY1" fmla="*/ 0 h 6837536"/>
              <a:gd name="connsiteX2" fmla="*/ 6511730 w 7769892"/>
              <a:gd name="connsiteY2" fmla="*/ 37905 h 6837536"/>
              <a:gd name="connsiteX3" fmla="*/ 7769892 w 7769892"/>
              <a:gd name="connsiteY3" fmla="*/ 1486041 h 6837536"/>
              <a:gd name="connsiteX4" fmla="*/ 7769892 w 7769892"/>
              <a:gd name="connsiteY4" fmla="*/ 5281056 h 6837536"/>
              <a:gd name="connsiteX5" fmla="*/ 6353475 w 7769892"/>
              <a:gd name="connsiteY5" fmla="*/ 6837536 h 6837536"/>
              <a:gd name="connsiteX6" fmla="*/ 1882727 w 7769892"/>
              <a:gd name="connsiteY6" fmla="*/ 6837536 h 6837536"/>
              <a:gd name="connsiteX7" fmla="*/ 0 w 7769892"/>
              <a:gd name="connsiteY7" fmla="*/ 3386463 h 6837536"/>
              <a:gd name="connsiteX8" fmla="*/ 1655292 w 7769892"/>
              <a:gd name="connsiteY8" fmla="*/ 88307 h 6837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69892" h="6837536">
                <a:moveTo>
                  <a:pt x="1779516" y="0"/>
                </a:moveTo>
                <a:lnTo>
                  <a:pt x="6454848" y="0"/>
                </a:lnTo>
                <a:lnTo>
                  <a:pt x="6511730" y="37905"/>
                </a:lnTo>
                <a:cubicBezTo>
                  <a:pt x="7036410" y="413592"/>
                  <a:pt x="7468976" y="909648"/>
                  <a:pt x="7769892" y="1486041"/>
                </a:cubicBezTo>
                <a:cubicBezTo>
                  <a:pt x="7769892" y="1486041"/>
                  <a:pt x="7769892" y="1486041"/>
                  <a:pt x="7769892" y="5281056"/>
                </a:cubicBezTo>
                <a:cubicBezTo>
                  <a:pt x="7437646" y="5916473"/>
                  <a:pt x="6953850" y="6452788"/>
                  <a:pt x="6353475" y="6837536"/>
                </a:cubicBezTo>
                <a:cubicBezTo>
                  <a:pt x="6353475" y="6837536"/>
                  <a:pt x="6353475" y="6837536"/>
                  <a:pt x="1882727" y="6837536"/>
                </a:cubicBezTo>
                <a:cubicBezTo>
                  <a:pt x="751925" y="6103017"/>
                  <a:pt x="0" y="4832183"/>
                  <a:pt x="0" y="3386463"/>
                </a:cubicBezTo>
                <a:cubicBezTo>
                  <a:pt x="0" y="2036566"/>
                  <a:pt x="651406" y="838748"/>
                  <a:pt x="1655292" y="88307"/>
                </a:cubicBezTo>
                <a:close/>
              </a:path>
            </a:pathLst>
          </a:custGeom>
          <a:ln w="50800" cap="sq" cmpd="dbl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wrap="square" lIns="91440" tIns="45720" rIns="91440" bIns="45720" rtlCol="0" anchor="t">
            <a:no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B179DF4B-F23A-63DF-5B90-F793073438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0735982"/>
              </p:ext>
            </p:extLst>
          </p:nvPr>
        </p:nvGraphicFramePr>
        <p:xfrm>
          <a:off x="5617029" y="793820"/>
          <a:ext cx="5741534" cy="5170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20451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27A1ED-09D3-80E5-567A-47360CE15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117F0C1-BCBB-40C7-99D6-F703E7A4B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A5D8BC-B41A-4E96-91C4-D60F51622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D321D5F-FA18-4271-9EAA-0BEA14116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FDB2AC-8B9C-0C41-9CE5-1820B57F3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7" y="531278"/>
            <a:ext cx="3211517" cy="5292579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Fine-Tuned Model</a:t>
            </a:r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51287385-D3EA-47A8-A127-6061791AD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422108" y="0"/>
            <a:ext cx="7769892" cy="6858000"/>
          </a:xfrm>
          <a:custGeom>
            <a:avLst/>
            <a:gdLst>
              <a:gd name="connsiteX0" fmla="*/ 1779516 w 7769892"/>
              <a:gd name="connsiteY0" fmla="*/ 0 h 6837536"/>
              <a:gd name="connsiteX1" fmla="*/ 6454848 w 7769892"/>
              <a:gd name="connsiteY1" fmla="*/ 0 h 6837536"/>
              <a:gd name="connsiteX2" fmla="*/ 6511730 w 7769892"/>
              <a:gd name="connsiteY2" fmla="*/ 37905 h 6837536"/>
              <a:gd name="connsiteX3" fmla="*/ 7769892 w 7769892"/>
              <a:gd name="connsiteY3" fmla="*/ 1486041 h 6837536"/>
              <a:gd name="connsiteX4" fmla="*/ 7769892 w 7769892"/>
              <a:gd name="connsiteY4" fmla="*/ 5281056 h 6837536"/>
              <a:gd name="connsiteX5" fmla="*/ 6353475 w 7769892"/>
              <a:gd name="connsiteY5" fmla="*/ 6837536 h 6837536"/>
              <a:gd name="connsiteX6" fmla="*/ 1882727 w 7769892"/>
              <a:gd name="connsiteY6" fmla="*/ 6837536 h 6837536"/>
              <a:gd name="connsiteX7" fmla="*/ 0 w 7769892"/>
              <a:gd name="connsiteY7" fmla="*/ 3386463 h 6837536"/>
              <a:gd name="connsiteX8" fmla="*/ 1655292 w 7769892"/>
              <a:gd name="connsiteY8" fmla="*/ 88307 h 6837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69892" h="6837536">
                <a:moveTo>
                  <a:pt x="1779516" y="0"/>
                </a:moveTo>
                <a:lnTo>
                  <a:pt x="6454848" y="0"/>
                </a:lnTo>
                <a:lnTo>
                  <a:pt x="6511730" y="37905"/>
                </a:lnTo>
                <a:cubicBezTo>
                  <a:pt x="7036410" y="413592"/>
                  <a:pt x="7468976" y="909648"/>
                  <a:pt x="7769892" y="1486041"/>
                </a:cubicBezTo>
                <a:cubicBezTo>
                  <a:pt x="7769892" y="1486041"/>
                  <a:pt x="7769892" y="1486041"/>
                  <a:pt x="7769892" y="5281056"/>
                </a:cubicBezTo>
                <a:cubicBezTo>
                  <a:pt x="7437646" y="5916473"/>
                  <a:pt x="6953850" y="6452788"/>
                  <a:pt x="6353475" y="6837536"/>
                </a:cubicBezTo>
                <a:cubicBezTo>
                  <a:pt x="6353475" y="6837536"/>
                  <a:pt x="6353475" y="6837536"/>
                  <a:pt x="1882727" y="6837536"/>
                </a:cubicBezTo>
                <a:cubicBezTo>
                  <a:pt x="751925" y="6103017"/>
                  <a:pt x="0" y="4832183"/>
                  <a:pt x="0" y="3386463"/>
                </a:cubicBezTo>
                <a:cubicBezTo>
                  <a:pt x="0" y="2036566"/>
                  <a:pt x="651406" y="838748"/>
                  <a:pt x="1655292" y="88307"/>
                </a:cubicBezTo>
                <a:close/>
              </a:path>
            </a:pathLst>
          </a:custGeom>
          <a:ln w="50800" cap="sq" cmpd="dbl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wrap="square" lIns="91440" tIns="45720" rIns="91440" bIns="45720" rtlCol="0" anchor="t">
            <a:no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D76CE2D9-3432-6C1F-4D49-C16D071A7A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5766978"/>
              </p:ext>
            </p:extLst>
          </p:nvPr>
        </p:nvGraphicFramePr>
        <p:xfrm>
          <a:off x="5617029" y="793820"/>
          <a:ext cx="5741534" cy="5170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884552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BA56A2-0514-67EB-72BF-858043DD7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12DAF-ACF9-FB79-8E2C-FBA9B5204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r>
              <a:rPr lang="en-US" b="1" dirty="0"/>
              <a:t>JSON Schema Enforcement</a:t>
            </a:r>
            <a:endParaRPr lang="en-US" dirty="0"/>
          </a:p>
        </p:txBody>
      </p:sp>
      <p:pic>
        <p:nvPicPr>
          <p:cNvPr id="9" name="Picture 8" descr="Computer script on a screen">
            <a:extLst>
              <a:ext uri="{FF2B5EF4-FFF2-40B4-BE49-F238E27FC236}">
                <a16:creationId xmlns:a16="http://schemas.microsoft.com/office/drawing/2014/main" id="{959D4885-4E03-9E01-69C1-CCF1A13405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52" r="47324" b="-2"/>
          <a:stretch>
            <a:fillRect/>
          </a:stretch>
        </p:blipFill>
        <p:spPr>
          <a:xfrm>
            <a:off x="20" y="975"/>
            <a:ext cx="4635988" cy="68580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7F16FFE-A10F-B869-18BA-C820BAB17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2251587"/>
            <a:ext cx="6593075" cy="3972232"/>
          </a:xfrm>
        </p:spPr>
        <p:txBody>
          <a:bodyPr>
            <a:normAutofit/>
          </a:bodyPr>
          <a:lstStyle/>
          <a:p>
            <a:r>
              <a:rPr lang="en-US" dirty="0"/>
              <a:t>App validates model output using a strict JSON Schema.</a:t>
            </a:r>
          </a:p>
          <a:p>
            <a:r>
              <a:rPr lang="en-US" dirty="0"/>
              <a:t>Ensures correct structure:</a:t>
            </a:r>
          </a:p>
          <a:p>
            <a:pPr lvl="1"/>
            <a:r>
              <a:rPr lang="en-US" dirty="0"/>
              <a:t>Summary: 3-sentences</a:t>
            </a:r>
          </a:p>
          <a:p>
            <a:pPr lvl="1"/>
            <a:r>
              <a:rPr lang="en-US" dirty="0"/>
              <a:t>Key Points: 5-bullets</a:t>
            </a:r>
          </a:p>
          <a:p>
            <a:pPr lvl="1"/>
            <a:r>
              <a:rPr lang="en-US" dirty="0"/>
              <a:t>Vocabulary: 3-terms</a:t>
            </a:r>
          </a:p>
          <a:p>
            <a:r>
              <a:rPr lang="en-US" dirty="0"/>
              <a:t>Improves reliability and maintains consistent formatting.</a:t>
            </a:r>
          </a:p>
        </p:txBody>
      </p:sp>
    </p:spTree>
    <p:extLst>
      <p:ext uri="{BB962C8B-B14F-4D97-AF65-F5344CB8AC3E}">
        <p14:creationId xmlns:p14="http://schemas.microsoft.com/office/powerpoint/2010/main" val="2093014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E5F26-F182-300D-4632-4ECF34195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2EFCE-635E-CCFC-2857-F7D0664FE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851730"/>
          </a:xfrm>
        </p:spPr>
        <p:txBody>
          <a:bodyPr/>
          <a:lstStyle/>
          <a:p>
            <a:r>
              <a:rPr lang="en-US" b="1" dirty="0"/>
              <a:t>App Interface – Home Screen</a:t>
            </a:r>
            <a:endParaRPr lang="en-US" dirty="0"/>
          </a:p>
        </p:txBody>
      </p:sp>
      <p:pic>
        <p:nvPicPr>
          <p:cNvPr id="7" name="Picture 6" descr="slide-1.png">
            <a:extLst>
              <a:ext uri="{FF2B5EF4-FFF2-40B4-BE49-F238E27FC236}">
                <a16:creationId xmlns:a16="http://schemas.microsoft.com/office/drawing/2014/main" id="{D902793D-3412-4B56-4B75-7A3FD3C00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1641557"/>
            <a:ext cx="8033656" cy="490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916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8F62B-3129-961D-D2E8-CA81215D6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44101-B28D-11E8-F43D-2482615C1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08985"/>
            <a:ext cx="10131425" cy="851730"/>
          </a:xfrm>
        </p:spPr>
        <p:txBody>
          <a:bodyPr/>
          <a:lstStyle/>
          <a:p>
            <a:r>
              <a:rPr lang="en-US" b="1" dirty="0"/>
              <a:t>User Input Example</a:t>
            </a:r>
            <a:endParaRPr lang="en-US" dirty="0"/>
          </a:p>
        </p:txBody>
      </p:sp>
      <p:pic>
        <p:nvPicPr>
          <p:cNvPr id="3" name="Picture 2" descr="slide-2.png">
            <a:extLst>
              <a:ext uri="{FF2B5EF4-FFF2-40B4-BE49-F238E27FC236}">
                <a16:creationId xmlns:a16="http://schemas.microsoft.com/office/drawing/2014/main" id="{1F6A5BF9-614A-79A6-38D1-5423F40AE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1360715"/>
            <a:ext cx="8780774" cy="523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067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AA613C-D2BD-539A-A043-A4A533456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6FD777-3B48-25EF-D441-228CD32A1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771" y="639097"/>
            <a:ext cx="3891468" cy="243067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b="1" dirty="0"/>
              <a:t>Structured Output</a:t>
            </a:r>
            <a:br>
              <a:rPr lang="en-US" sz="4400" b="1" dirty="0"/>
            </a:br>
            <a:r>
              <a:rPr lang="en-US" sz="4400" b="1" dirty="0"/>
              <a:t>(3/5/3 Format)</a:t>
            </a:r>
            <a:endParaRPr lang="en-US" sz="4400" dirty="0"/>
          </a:p>
        </p:txBody>
      </p:sp>
      <p:pic>
        <p:nvPicPr>
          <p:cNvPr id="4" name="Picture 3" descr="slide-3.png">
            <a:extLst>
              <a:ext uri="{FF2B5EF4-FFF2-40B4-BE49-F238E27FC236}">
                <a16:creationId xmlns:a16="http://schemas.microsoft.com/office/drawing/2014/main" id="{E239F141-3088-23C6-0748-C3A598FEE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58" y="149241"/>
            <a:ext cx="6829327" cy="660737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6307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5AF16E-3303-93F0-053E-9F96126D9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2077224-A6EF-038A-15E0-57AD2E572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FFF816-85C2-B8C6-2D74-C2E752136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6583" y="1775010"/>
            <a:ext cx="1580701" cy="131627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4400" b="1" dirty="0"/>
              <a:t>Demo</a:t>
            </a:r>
            <a:br>
              <a:rPr lang="en-US" sz="4400" b="1" dirty="0"/>
            </a:br>
            <a:r>
              <a:rPr lang="en-US" sz="4400" b="1" dirty="0"/>
              <a:t>Video</a:t>
            </a:r>
            <a:endParaRPr lang="en-US" sz="4400" dirty="0"/>
          </a:p>
        </p:txBody>
      </p:sp>
      <p:pic>
        <p:nvPicPr>
          <p:cNvPr id="3" name="video.mp4">
            <a:hlinkClick r:id="" action="ppaction://media"/>
            <a:extLst>
              <a:ext uri="{FF2B5EF4-FFF2-40B4-BE49-F238E27FC236}">
                <a16:creationId xmlns:a16="http://schemas.microsoft.com/office/drawing/2014/main" id="{EE3CB512-6232-0020-509D-E315D9E3A23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1141" y="276116"/>
            <a:ext cx="9852889" cy="630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00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E1FDD-E324-268A-F35A-94BDF515F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B0E93-3EF3-718C-C179-D73CF37BC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614" y="407774"/>
            <a:ext cx="10131425" cy="714998"/>
          </a:xfrm>
        </p:spPr>
        <p:txBody>
          <a:bodyPr/>
          <a:lstStyle/>
          <a:p>
            <a:r>
              <a:rPr lang="en-US" b="1" dirty="0"/>
              <a:t>Results &amp; Evaluation</a:t>
            </a:r>
            <a:endParaRPr lang="en-US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D07B87F8-7423-1CDA-3DB0-372216C236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1" y="2142067"/>
          <a:ext cx="10131425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0681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9618B-9E32-C6A4-B566-86FB897FE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CA7B6-1C97-730B-D103-0CC678392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r>
              <a:rPr lang="en-US" b="1" dirty="0"/>
              <a:t>Portfolio &amp; Wrap-Up</a:t>
            </a:r>
            <a:endParaRPr lang="en-US" dirty="0"/>
          </a:p>
        </p:txBody>
      </p:sp>
      <p:pic>
        <p:nvPicPr>
          <p:cNvPr id="6" name="Picture 5" descr="Pens and rulers">
            <a:extLst>
              <a:ext uri="{FF2B5EF4-FFF2-40B4-BE49-F238E27FC236}">
                <a16:creationId xmlns:a16="http://schemas.microsoft.com/office/drawing/2014/main" id="{13F9383B-DFBB-6CA0-3873-BAA934FCF4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03" r="30674" b="-2"/>
          <a:stretch>
            <a:fillRect/>
          </a:stretch>
        </p:blipFill>
        <p:spPr>
          <a:xfrm>
            <a:off x="20" y="975"/>
            <a:ext cx="4635988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44451-EE8F-6A43-F7CF-7AC4780A0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2251587"/>
            <a:ext cx="6593075" cy="2955413"/>
          </a:xfrm>
        </p:spPr>
        <p:txBody>
          <a:bodyPr>
            <a:normAutofit/>
          </a:bodyPr>
          <a:lstStyle/>
          <a:p>
            <a:r>
              <a:rPr lang="en-US" dirty="0"/>
              <a:t>Project demonstrates skills in:</a:t>
            </a:r>
          </a:p>
          <a:p>
            <a:pPr lvl="1"/>
            <a:r>
              <a:rPr lang="en-US" dirty="0"/>
              <a:t>Prompt engineering</a:t>
            </a:r>
          </a:p>
          <a:p>
            <a:pPr lvl="1"/>
            <a:r>
              <a:rPr lang="en-US" dirty="0"/>
              <a:t>Dataset creation</a:t>
            </a:r>
          </a:p>
          <a:p>
            <a:pPr lvl="1"/>
            <a:r>
              <a:rPr lang="en-US" dirty="0"/>
              <a:t>Fine‑tuning</a:t>
            </a:r>
          </a:p>
          <a:p>
            <a:pPr lvl="1"/>
            <a:r>
              <a:rPr lang="en-US" dirty="0" err="1"/>
              <a:t>Streamlit</a:t>
            </a:r>
            <a:r>
              <a:rPr lang="en-US" dirty="0"/>
              <a:t> development</a:t>
            </a:r>
          </a:p>
          <a:p>
            <a:r>
              <a:rPr lang="en-US" dirty="0"/>
              <a:t>JSON schema enforcement</a:t>
            </a:r>
          </a:p>
        </p:txBody>
      </p:sp>
    </p:spTree>
    <p:extLst>
      <p:ext uri="{BB962C8B-B14F-4D97-AF65-F5344CB8AC3E}">
        <p14:creationId xmlns:p14="http://schemas.microsoft.com/office/powerpoint/2010/main" val="4062888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71</TotalTime>
  <Words>262</Words>
  <Application>Microsoft Macintosh PowerPoint</Application>
  <PresentationFormat>Widescreen</PresentationFormat>
  <Paragraphs>46</Paragraphs>
  <Slides>11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Celestial</vt:lpstr>
      <vt:lpstr>Plain-English Explainer for Dense Paragraphs</vt:lpstr>
      <vt:lpstr>Problem &amp; Motivation</vt:lpstr>
      <vt:lpstr>Original Concept</vt:lpstr>
      <vt:lpstr>Fine-Tuned Model</vt:lpstr>
      <vt:lpstr>JSON Schema Enforcement</vt:lpstr>
      <vt:lpstr>App Interface – Home Screen</vt:lpstr>
      <vt:lpstr>User Input Example</vt:lpstr>
      <vt:lpstr>Structured Output (3/5/3 Format)</vt:lpstr>
      <vt:lpstr>Demo Video</vt:lpstr>
      <vt:lpstr>Results &amp; Evaluation</vt:lpstr>
      <vt:lpstr>Portfolio &amp; 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Iftikhar Qureshi</dc:creator>
  <cp:lastModifiedBy>Iftikhar Qureshi</cp:lastModifiedBy>
  <cp:revision>63</cp:revision>
  <dcterms:created xsi:type="dcterms:W3CDTF">2025-06-30T02:14:15Z</dcterms:created>
  <dcterms:modified xsi:type="dcterms:W3CDTF">2025-11-18T21:24:13Z</dcterms:modified>
</cp:coreProperties>
</file>